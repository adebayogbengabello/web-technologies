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519B3A-386E-4959-A525-04D86B832ED4}" v="1" dt="2025-11-10T09:50:08.4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41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4865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197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001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314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26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59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61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349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194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65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846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195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Software and Data Integrity Failures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Understanding the Risk and How to Prevent It</a:t>
            </a:r>
          </a:p>
          <a:p>
            <a:endParaRPr dirty="0"/>
          </a:p>
          <a:p>
            <a:r>
              <a:rPr dirty="0"/>
              <a:t>Presented by: </a:t>
            </a:r>
            <a:r>
              <a:rPr lang="en-US" dirty="0"/>
              <a:t>Team 13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Are Software and Data Integrity Failures?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Occur when code, updates, or data are altered or used without proper integrity checks.</a:t>
            </a:r>
          </a:p>
          <a:p>
            <a:r>
              <a:t>• Systems trust unverified sources or lack protection against tampering.</a:t>
            </a:r>
          </a:p>
          <a:p>
            <a:r>
              <a:t>• Example: Installing updates from unverified servers or compromised CDNs.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SolarWinds (2020): Hackers inserted malicious code into software updates, affecting thousands.</a:t>
            </a:r>
          </a:p>
          <a:p>
            <a:r>
              <a:t>• Codecov (2021): Attackers modified update script and leaked credentials.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Causes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/>
          </a:p>
          <a:p>
            <a:r>
              <a:t>Causes:</a:t>
            </a:r>
          </a:p>
          <a:p>
            <a:r>
              <a:t>• Missing digital signatures or hash verification.</a:t>
            </a:r>
          </a:p>
          <a:p>
            <a:r>
              <a:t>• Unprotected CI/CD pipelines.</a:t>
            </a:r>
          </a:p>
          <a:p>
            <a:r>
              <a:t>• Insecure third-party libraries.</a:t>
            </a:r>
          </a:p>
          <a:p>
            <a:endParaRPr/>
          </a:p>
          <a:p>
            <a:r>
              <a:t>Impacts:</a:t>
            </a:r>
          </a:p>
          <a:p>
            <a:r>
              <a:t>• Malware infections and data breaches.</a:t>
            </a:r>
          </a:p>
          <a:p>
            <a:r>
              <a:t>• Financial loss and damaged reputation.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• Use digital signatures and hash validation for software and updates.</a:t>
            </a:r>
          </a:p>
          <a:p>
            <a:r>
              <a:t>• Secure CI/CD pipelines and deployment processes.</a:t>
            </a:r>
          </a:p>
          <a:p>
            <a:r>
              <a:t>• Maintain a Software Bill of Materials (SBOM) to track dependencies.</a:t>
            </a:r>
          </a:p>
          <a:p>
            <a:r>
              <a:t>• Use trusted sources for dependencies and updates.</a:t>
            </a:r>
          </a:p>
          <a:p>
            <a:r>
              <a:t>• Perform regular integrity monitoring and code reviews.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Always verify software and data integrity.</a:t>
            </a:r>
          </a:p>
          <a:p>
            <a:r>
              <a:t>• Trust must be earned and validated.</a:t>
            </a:r>
          </a:p>
          <a:p>
            <a:r>
              <a:t>• Prevention is cheaper than recovery.</a:t>
            </a:r>
          </a:p>
          <a:p>
            <a:endParaRPr/>
          </a:p>
          <a:p>
            <a:r>
              <a:t>“Integrity is not just a value — it’s a security principle.”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B71798E5C24747BA91214056C06EAB" ma:contentTypeVersion="13" ma:contentTypeDescription="Create a new document." ma:contentTypeScope="" ma:versionID="55c69d30e6fcb2effaa33716d7d2cdaa">
  <xsd:schema xmlns:xsd="http://www.w3.org/2001/XMLSchema" xmlns:xs="http://www.w3.org/2001/XMLSchema" xmlns:p="http://schemas.microsoft.com/office/2006/metadata/properties" xmlns:ns3="d7323149-9705-4a5a-9375-3e8fcfccc05c" xmlns:ns4="bc3ee8f7-c79b-46d9-9f36-026cd0d5e84d" targetNamespace="http://schemas.microsoft.com/office/2006/metadata/properties" ma:root="true" ma:fieldsID="d4fc1bd3cb8df9e0e7532e1b75ad672e" ns3:_="" ns4:_="">
    <xsd:import namespace="d7323149-9705-4a5a-9375-3e8fcfccc05c"/>
    <xsd:import namespace="bc3ee8f7-c79b-46d9-9f36-026cd0d5e84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323149-9705-4a5a-9375-3e8fcfccc0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3ee8f7-c79b-46d9-9f36-026cd0d5e84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7323149-9705-4a5a-9375-3e8fcfccc05c" xsi:nil="true"/>
  </documentManagement>
</p:properties>
</file>

<file path=customXml/itemProps1.xml><?xml version="1.0" encoding="utf-8"?>
<ds:datastoreItem xmlns:ds="http://schemas.openxmlformats.org/officeDocument/2006/customXml" ds:itemID="{209CBFB1-5568-4881-A8B8-86530D8F8B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323149-9705-4a5a-9375-3e8fcfccc05c"/>
    <ds:schemaRef ds:uri="bc3ee8f7-c79b-46d9-9f36-026cd0d5e8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A1188E-3F29-402E-A86B-0E5C0F9D31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A98C1E-8895-48AD-959D-FCDE7C3398AF}">
  <ds:schemaRefs>
    <ds:schemaRef ds:uri="http://schemas.microsoft.com/office/2006/metadata/properties"/>
    <ds:schemaRef ds:uri="http://schemas.microsoft.com/office/2006/documentManagement/types"/>
    <ds:schemaRef ds:uri="d7323149-9705-4a5a-9375-3e8fcfccc05c"/>
    <ds:schemaRef ds:uri="http://www.w3.org/XML/1998/namespace"/>
    <ds:schemaRef ds:uri="bc3ee8f7-c79b-46d9-9f36-026cd0d5e84d"/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</TotalTime>
  <Words>233</Words>
  <Application>Microsoft Office PowerPoint</Application>
  <PresentationFormat>On-screen Show (4:3)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Software and Data Integrity Failures</vt:lpstr>
      <vt:lpstr>What Are Software and Data Integrity Failures?</vt:lpstr>
      <vt:lpstr>Real-World Examples</vt:lpstr>
      <vt:lpstr>Causes &amp; Impact</vt:lpstr>
      <vt:lpstr>Prevention Strategies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Adebayo Gbenga Bello</cp:lastModifiedBy>
  <cp:revision>4</cp:revision>
  <dcterms:created xsi:type="dcterms:W3CDTF">2013-01-27T09:14:16Z</dcterms:created>
  <dcterms:modified xsi:type="dcterms:W3CDTF">2025-11-10T09:50:31Z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0x010100A8B71798E5C24747BA91214056C06EAB</vt:lpwstr>
  </property>
</Properties>
</file>