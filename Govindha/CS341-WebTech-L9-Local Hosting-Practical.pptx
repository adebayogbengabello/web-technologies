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0"/>
  </p:notesMasterIdLst>
  <p:sldIdLst>
    <p:sldId id="256" r:id="rId3"/>
    <p:sldId id="257" r:id="rId4"/>
    <p:sldId id="287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1" r:id="rId17"/>
    <p:sldId id="300" r:id="rId18"/>
    <p:sldId id="28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2" autoAdjust="0"/>
    <p:restoredTop sz="93447" autoAdjust="0"/>
  </p:normalViewPr>
  <p:slideViewPr>
    <p:cSldViewPr snapToGrid="0">
      <p:cViewPr varScale="1">
        <p:scale>
          <a:sx n="56" d="100"/>
          <a:sy n="56" d="100"/>
        </p:scale>
        <p:origin x="14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33EEC-B47C-49E8-B84F-34B93CEE99AD}" type="datetimeFigureOut">
              <a:rPr lang="en-GH" smtClean="0"/>
              <a:t>01/11/2024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FEFE0-2319-461A-A752-96B5F86327A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2912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FEFE0-2319-461A-A752-96B5F86327A5}" type="slidenum">
              <a:rPr lang="en-GH" smtClean="0"/>
              <a:t>3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50154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F931-2308-B239-2544-184FF4D0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6EC93-E7A9-F88D-97E2-76B1C1992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A1AA8-6088-E797-59D3-937339BAD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D9EF3-A1BE-62EB-DB8F-817869326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6FEFE0-2319-461A-A752-96B5F86327A5}" type="slidenum">
              <a:rPr lang="en-GH" smtClean="0"/>
              <a:t>4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2762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0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5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5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3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7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2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8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6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08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89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13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51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02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5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410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79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403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23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2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9">
            <a:extLst>
              <a:ext uri="{FF2B5EF4-FFF2-40B4-BE49-F238E27FC236}">
                <a16:creationId xmlns:a16="http://schemas.microsoft.com/office/drawing/2014/main" id="{ADC1A0AE-A0C7-CD4A-0BAB-8EBC26398050}"/>
              </a:ext>
            </a:extLst>
          </p:cNvPr>
          <p:cNvSpPr/>
          <p:nvPr/>
        </p:nvSpPr>
        <p:spPr>
          <a:xfrm flipV="1">
            <a:off x="222485" y="6626648"/>
            <a:ext cx="8752840" cy="220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465" y="129540"/>
            <a:ext cx="8681519" cy="1162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100" y="1386039"/>
            <a:ext cx="8681519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23601"/>
            <a:ext cx="3086100" cy="215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0341" y="6615830"/>
            <a:ext cx="2057400" cy="231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university&#10;&#10;Description automatically generate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" y="6355380"/>
            <a:ext cx="588010" cy="485140"/>
          </a:xfrm>
          <a:prstGeom prst="rect">
            <a:avLst/>
          </a:prstGeom>
        </p:spPr>
      </p:pic>
      <p:sp>
        <p:nvSpPr>
          <p:cNvPr id="9" name="Rectangles 9">
            <a:extLst>
              <a:ext uri="{FF2B5EF4-FFF2-40B4-BE49-F238E27FC236}">
                <a16:creationId xmlns:a16="http://schemas.microsoft.com/office/drawing/2014/main" id="{E634ECF9-3972-2CC8-4938-4B4BFD28C772}"/>
              </a:ext>
            </a:extLst>
          </p:cNvPr>
          <p:cNvSpPr/>
          <p:nvPr/>
        </p:nvSpPr>
        <p:spPr>
          <a:xfrm flipV="1">
            <a:off x="14806" y="7014"/>
            <a:ext cx="9108241" cy="390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0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+mj-lt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9"/>
          <p:cNvSpPr/>
          <p:nvPr/>
        </p:nvSpPr>
        <p:spPr>
          <a:xfrm flipV="1">
            <a:off x="222485" y="6626648"/>
            <a:ext cx="8752840" cy="220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465" y="129540"/>
            <a:ext cx="8681519" cy="1162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100" y="1386039"/>
            <a:ext cx="8681519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23601"/>
            <a:ext cx="3086100" cy="215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0341" y="6615830"/>
            <a:ext cx="2057400" cy="231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university&#10;&#10;Description automatically generate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" y="6355380"/>
            <a:ext cx="588010" cy="485140"/>
          </a:xfrm>
          <a:prstGeom prst="rect">
            <a:avLst/>
          </a:prstGeom>
        </p:spPr>
      </p:pic>
      <p:sp>
        <p:nvSpPr>
          <p:cNvPr id="9" name="Rectangles 9"/>
          <p:cNvSpPr/>
          <p:nvPr/>
        </p:nvSpPr>
        <p:spPr>
          <a:xfrm flipV="1">
            <a:off x="14806" y="7014"/>
            <a:ext cx="9108241" cy="390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2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+mj-lt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pachefriends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my_project/index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Local Hosting – Practical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Govindha Ramaiah Yeluripati</a:t>
            </a:r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68AC-CEEE-2837-35FA-CA657F2BE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6F12-7C25-291E-A1F2-74995F542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45555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C620-5362-1A56-C1A5-16D26C40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External Hosting – Overview </a:t>
            </a:r>
            <a:endParaRPr lang="en-G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E07B06-568B-1B9A-AC8C-8714EC8C99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101" y="1595450"/>
            <a:ext cx="868088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Purchase a Domain 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Buy a domain from a registrar like </a:t>
            </a:r>
            <a:r>
              <a:rPr kumimoji="0" lang="en-GH" altLang="en-GH" sz="20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Namecheap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GH" altLang="en-GH" sz="2000" b="0" i="1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GoDaddy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or </a:t>
            </a:r>
            <a:r>
              <a:rPr kumimoji="0" lang="en-IN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hosting provider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Select a Hosting Provider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Sign up for a hosting plan with a provider like 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Bluehost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HostGator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IN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etc.</a:t>
            </a:r>
            <a:endParaRPr kumimoji="0" lang="en-GH" altLang="en-GH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Connect the Domain to Your Hosting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Update your</a:t>
            </a:r>
            <a:r>
              <a:rPr kumimoji="0" lang="en-IN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site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domain’s DNS settings to point to your hosting provider</a:t>
            </a:r>
            <a:r>
              <a:rPr kumimoji="0" lang="en-IN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 nameservers.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4. Upload HTML/CSS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the hosting provider’s File Manager or FTP (e.g., 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FileZilla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upload your files to the </a:t>
            </a:r>
            <a:r>
              <a:rPr kumimoji="0" lang="en-GH" altLang="en-GH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public_html</a:t>
            </a:r>
            <a:r>
              <a:rPr kumimoji="0" lang="en-GH" altLang="en-GH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directory.</a:t>
            </a:r>
          </a:p>
        </p:txBody>
      </p:sp>
    </p:spTree>
    <p:extLst>
      <p:ext uri="{BB962C8B-B14F-4D97-AF65-F5344CB8AC3E}">
        <p14:creationId xmlns:p14="http://schemas.microsoft.com/office/powerpoint/2010/main" val="2211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A06B7-8B59-0916-74A8-B7F6F61D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C33F-3028-4C54-7D78-D0F6BE2F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External Hosting – Overview </a:t>
            </a:r>
            <a:endParaRPr lang="en-G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6285C3-E567-8A7A-C230-FD9AE75E33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101" y="1273627"/>
            <a:ext cx="868088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5. Set Up a Database in phpMyAdmin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the hosting control panel, create a MySQL database and user, then set up a table for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6. Write and Upload PHP Code for Database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Write PHP code</a:t>
            </a:r>
            <a:r>
              <a:rPr kumimoji="0" lang="en-IN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 </a:t>
            </a:r>
            <a:r>
              <a:rPr kumimoji="0" lang="en-IN" altLang="en-GH" sz="20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database.php</a:t>
            </a:r>
            <a:r>
              <a:rPr kumimoji="0" lang="en-IN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connect to the database and perform queries, then upload it to </a:t>
            </a:r>
            <a:r>
              <a:rPr kumimoji="0" lang="en-GH" altLang="en-GH" sz="20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public_html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IN" altLang="en-GH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IN" altLang="en-GH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7. Optional: Create an API Endpoint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a PHP file (e.g</a:t>
            </a:r>
            <a:r>
              <a:rPr kumimoji="0" lang="en-US" altLang="en-G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., </a:t>
            </a:r>
            <a:r>
              <a:rPr kumimoji="0" lang="en-US" altLang="en-GH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api.php</a:t>
            </a:r>
            <a:r>
              <a:rPr kumimoji="0" lang="en-US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that retrieves data from the database and serves it in JSON format, enabling interaction with JavaScript on the front end.</a:t>
            </a:r>
            <a:endParaRPr kumimoji="0" lang="en-GH" altLang="en-GH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altLang="en-GH" b="1" dirty="0"/>
              <a:t>8</a:t>
            </a: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Test the Database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JavaScript in </a:t>
            </a:r>
            <a:r>
              <a:rPr kumimoji="0" lang="en-US" altLang="en-GH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index.html </a:t>
            </a:r>
            <a:r>
              <a:rPr kumimoji="0" lang="en-US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fetch data from </a:t>
            </a:r>
            <a:r>
              <a:rPr kumimoji="0" lang="en-US" altLang="en-GH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api.php</a:t>
            </a:r>
            <a:r>
              <a:rPr kumimoji="0" lang="en-US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ensuring dynamic content is retrieved and displayed on the front end.</a:t>
            </a: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8469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64C7-BCD9-B7BF-460F-6608DC9C4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Local Hosting - Exercise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520B0-ACAF-D1DA-DFBB-9C0D6B74D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up a simple application that displays a list of students with local hosting on </a:t>
            </a:r>
            <a:r>
              <a:rPr lang="en-US" dirty="0" err="1"/>
              <a:t>XAMPP</a:t>
            </a:r>
            <a:r>
              <a:rPr lang="en-US" dirty="0"/>
              <a:t>. </a:t>
            </a:r>
          </a:p>
          <a:p>
            <a:r>
              <a:rPr lang="en-US" dirty="0"/>
              <a:t>Your application will demonstrate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An HTML front end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Server-side PHP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Database interaction using MySQL and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Dynamic data retrieval using JavaScript and an API endpoint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545556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3958-2239-2D54-CE9A-4795B69A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Overview</a:t>
            </a:r>
            <a:endParaRPr lang="en-G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52E63C-01DD-0081-F2AD-A00BF5D935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100" y="1292225"/>
            <a:ext cx="8680884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site will have:</a:t>
            </a:r>
            <a:endParaRPr kumimoji="0" lang="en-IN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HTML/CSS</a:t>
            </a:r>
            <a:r>
              <a:rPr kumimoji="0" lang="en-IN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/JavaScript </a:t>
            </a: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Frontend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(index.html)</a:t>
            </a:r>
            <a:endParaRPr kumimoji="0" lang="en-IN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Backend API Endpoint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api.php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to serve student data from a MySQL database.</a:t>
            </a:r>
            <a:endParaRPr kumimoji="0" lang="en-IN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JavaScript in index.html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fetch and display data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altLang="en-GH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altLang="en-GH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altLang="en-GH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altLang="en-GH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altLang="en-GH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9287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0DA1-BCF5-0531-045F-1EB0E46E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Install and Set Up </a:t>
            </a:r>
            <a:r>
              <a:rPr lang="en-US" dirty="0" err="1"/>
              <a:t>XAMPP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29EB-1438-0460-1E4C-9A92DCB29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and install </a:t>
            </a:r>
            <a:r>
              <a:rPr lang="en-US" dirty="0" err="1"/>
              <a:t>XAMPP</a:t>
            </a:r>
            <a:r>
              <a:rPr lang="en-US" dirty="0"/>
              <a:t> from </a:t>
            </a:r>
            <a:r>
              <a:rPr lang="en-US" dirty="0">
                <a:hlinkClick r:id="rId2"/>
              </a:rPr>
              <a:t>Apache Friends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Then, </a:t>
            </a:r>
            <a:r>
              <a:rPr lang="en-US" b="1" dirty="0"/>
              <a:t>start Apache and MySQL </a:t>
            </a:r>
            <a:r>
              <a:rPr lang="en-US" dirty="0"/>
              <a:t>from the </a:t>
            </a:r>
            <a:r>
              <a:rPr lang="en-US" dirty="0" err="1"/>
              <a:t>XAMPP</a:t>
            </a:r>
            <a:r>
              <a:rPr lang="en-US" dirty="0"/>
              <a:t> Control Panel to set up a local server.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34639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CE3C-7F15-78DC-AE8B-BCD0F669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Create a Database in phpMyAdmin</a:t>
            </a:r>
            <a:endParaRPr lang="en-G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FE9934-F401-C3F3-1021-1A60745907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100" y="1386039"/>
            <a:ext cx="868088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 to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</a:rPr>
              <a:t>http://localhost/phpmyadmin 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your browser.</a:t>
            </a:r>
            <a:endParaRPr kumimoji="0" lang="en-IN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Click on </a:t>
            </a:r>
            <a:r>
              <a:rPr kumimoji="0" lang="en-GH" altLang="en-G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the left sidebar to create a new database. Name it </a:t>
            </a:r>
            <a:r>
              <a:rPr kumimoji="0" lang="en-GH" altLang="en-GH" b="1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</a:rPr>
              <a:t>demo_db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Inside 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demo_db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create a table called students with the following columns: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(See the next slide for an example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sym typeface="Wingdings" panose="05000000000000000000" pitchFamily="2" charset="2"/>
              </a:rPr>
              <a:t>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 – INT, PRIMARY KEY, </a:t>
            </a:r>
            <a:r>
              <a:rPr kumimoji="0" lang="en-GH" altLang="en-GH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AUTO_INCREMENT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name – VARCHAR(50).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email – VARCHAR(50).</a:t>
            </a:r>
            <a:endParaRPr kumimoji="0" lang="en-IN" altLang="en-GH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IN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course</a:t>
            </a:r>
            <a:r>
              <a:rPr kumimoji="0" lang="en-GH" altLang="en-G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VARCHAR(50).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Insert some sample data into the 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students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for testing</a:t>
            </a:r>
            <a:endParaRPr kumimoji="0" lang="en-IN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IN" altLang="en-GH" dirty="0"/>
              <a:t>   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(e.g., a few rows with student names and emails). </a:t>
            </a:r>
          </a:p>
        </p:txBody>
      </p:sp>
    </p:spTree>
    <p:extLst>
      <p:ext uri="{BB962C8B-B14F-4D97-AF65-F5344CB8AC3E}">
        <p14:creationId xmlns:p14="http://schemas.microsoft.com/office/powerpoint/2010/main" val="3341092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92B0-9B32-4A37-4D03-3D6FFF610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Summary for the students Table</a:t>
            </a:r>
            <a:br>
              <a:rPr lang="en-US" dirty="0"/>
            </a:br>
            <a:endParaRPr lang="en-GH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328C84-FB13-E16A-1D8D-5831FFE5C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65236"/>
              </p:ext>
            </p:extLst>
          </p:nvPr>
        </p:nvGraphicFramePr>
        <p:xfrm>
          <a:off x="709095" y="1888490"/>
          <a:ext cx="7497892" cy="1981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36955">
                  <a:extLst>
                    <a:ext uri="{9D8B030D-6E8A-4147-A177-3AD203B41FA5}">
                      <a16:colId xmlns:a16="http://schemas.microsoft.com/office/drawing/2014/main" val="1218788635"/>
                    </a:ext>
                  </a:extLst>
                </a:gridCol>
                <a:gridCol w="1235520">
                  <a:extLst>
                    <a:ext uri="{9D8B030D-6E8A-4147-A177-3AD203B41FA5}">
                      <a16:colId xmlns:a16="http://schemas.microsoft.com/office/drawing/2014/main" val="3387860252"/>
                    </a:ext>
                  </a:extLst>
                </a:gridCol>
                <a:gridCol w="941007">
                  <a:extLst>
                    <a:ext uri="{9D8B030D-6E8A-4147-A177-3AD203B41FA5}">
                      <a16:colId xmlns:a16="http://schemas.microsoft.com/office/drawing/2014/main" val="1832543608"/>
                    </a:ext>
                  </a:extLst>
                </a:gridCol>
                <a:gridCol w="1855153">
                  <a:extLst>
                    <a:ext uri="{9D8B030D-6E8A-4147-A177-3AD203B41FA5}">
                      <a16:colId xmlns:a16="http://schemas.microsoft.com/office/drawing/2014/main" val="1673164633"/>
                    </a:ext>
                  </a:extLst>
                </a:gridCol>
                <a:gridCol w="654368">
                  <a:extLst>
                    <a:ext uri="{9D8B030D-6E8A-4147-A177-3AD203B41FA5}">
                      <a16:colId xmlns:a16="http://schemas.microsoft.com/office/drawing/2014/main" val="1738118282"/>
                    </a:ext>
                  </a:extLst>
                </a:gridCol>
                <a:gridCol w="1196721">
                  <a:extLst>
                    <a:ext uri="{9D8B030D-6E8A-4147-A177-3AD203B41FA5}">
                      <a16:colId xmlns:a16="http://schemas.microsoft.com/office/drawing/2014/main" val="2212806636"/>
                    </a:ext>
                  </a:extLst>
                </a:gridCol>
                <a:gridCol w="578168">
                  <a:extLst>
                    <a:ext uri="{9D8B030D-6E8A-4147-A177-3AD203B41FA5}">
                      <a16:colId xmlns:a16="http://schemas.microsoft.com/office/drawing/2014/main" val="54176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/>
                        <a:t>Column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Type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Length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Collation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Null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Index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 err="1"/>
                        <a:t>A_I</a:t>
                      </a:r>
                      <a:endParaRPr lang="en-IN" sz="2000" b="1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54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H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H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PRIMARY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309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H" sz="20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utf8_general_ci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48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H" sz="20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utf8_general_ci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792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VARCHAR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H" sz="20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utf8_general_ci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978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43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DC80-6EFE-2135-B4BF-F591A63F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Set Up the Project Folder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499BF-D6D7-3715-CBAE-127F576F8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Go to the </a:t>
            </a:r>
            <a:r>
              <a:rPr lang="en-US" b="1" dirty="0" err="1">
                <a:solidFill>
                  <a:srgbClr val="FF0000"/>
                </a:solidFill>
              </a:rPr>
              <a:t>htdocs</a:t>
            </a:r>
            <a:r>
              <a:rPr lang="en-US" dirty="0"/>
              <a:t> folder in the </a:t>
            </a:r>
            <a:r>
              <a:rPr lang="en-US" dirty="0" err="1"/>
              <a:t>XAMPP</a:t>
            </a:r>
            <a:r>
              <a:rPr lang="en-US" dirty="0"/>
              <a:t> installation directory (typically C:\xampp\htdocs on Windows OR </a:t>
            </a:r>
            <a:r>
              <a:rPr lang="en-IN" dirty="0"/>
              <a:t>/Applications/</a:t>
            </a:r>
            <a:r>
              <a:rPr lang="en-IN" dirty="0" err="1"/>
              <a:t>XAMPP</a:t>
            </a:r>
            <a:r>
              <a:rPr lang="en-IN" dirty="0"/>
              <a:t>/</a:t>
            </a:r>
            <a:r>
              <a:rPr lang="en-IN" dirty="0" err="1"/>
              <a:t>htdocs</a:t>
            </a:r>
            <a:r>
              <a:rPr lang="en-IN" dirty="0"/>
              <a:t> on Mac</a:t>
            </a:r>
            <a:r>
              <a:rPr lang="en-US" dirty="0"/>
              <a:t>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Create a new folder here called </a:t>
            </a:r>
            <a:r>
              <a:rPr lang="en-US" dirty="0">
                <a:solidFill>
                  <a:srgbClr val="0070C0"/>
                </a:solidFill>
              </a:rPr>
              <a:t>my_project.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This folder will contain all the files for your demo application.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4333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D676-7AD9-15EA-282F-1CBD0E47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Create the Frontend File (index.html)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FA12D-B9C7-77C2-01DB-49A6C745D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Inside </a:t>
            </a:r>
            <a:r>
              <a:rPr lang="en-US" b="1" dirty="0"/>
              <a:t>my_project</a:t>
            </a:r>
            <a:r>
              <a:rPr lang="en-US" dirty="0"/>
              <a:t>, create a file called </a:t>
            </a:r>
            <a:r>
              <a:rPr lang="en-US" b="1" dirty="0"/>
              <a:t>index.html</a:t>
            </a:r>
            <a:r>
              <a:rPr lang="en-US" dirty="0"/>
              <a:t>.</a:t>
            </a:r>
          </a:p>
          <a:p>
            <a:r>
              <a:rPr lang="en-US" dirty="0"/>
              <a:t>This file will serve as the main entry point and will include HTML, CSS, and JavaScript to fetch and display data.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 (Check the sample file uploaded to the Canvas)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323524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A6A4-379C-68CD-69D1-865C27DC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Create the API Endpoint (</a:t>
            </a:r>
            <a:r>
              <a:rPr lang="en-US" dirty="0" err="1"/>
              <a:t>api.php</a:t>
            </a:r>
            <a:r>
              <a:rPr lang="en-US" dirty="0"/>
              <a:t>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F31C-A151-58C6-8D47-80A858383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dirty="0">
                <a:solidFill>
                  <a:srgbClr val="0070C0"/>
                </a:solidFill>
              </a:rPr>
              <a:t>my_project </a:t>
            </a:r>
            <a:r>
              <a:rPr lang="en-US" dirty="0"/>
              <a:t>folder, create a file called </a:t>
            </a:r>
            <a:r>
              <a:rPr lang="en-US" b="1" dirty="0" err="1">
                <a:solidFill>
                  <a:srgbClr val="FF0000"/>
                </a:solidFill>
              </a:rPr>
              <a:t>api.php</a:t>
            </a:r>
            <a:r>
              <a:rPr lang="en-US" dirty="0"/>
              <a:t>.</a:t>
            </a:r>
          </a:p>
          <a:p>
            <a:r>
              <a:rPr lang="en-US" dirty="0"/>
              <a:t>This PHP file will connect to the database, fetch the student data, and return it as JSON.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(Check the sample file uploaded to the Canvas)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93261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DF016-5C38-010E-255C-C69FF447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Test the Application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90A2-4D97-E9A3-0CF9-A503008E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Open a web browser and go to </a:t>
            </a:r>
            <a:r>
              <a:rPr lang="en-US" dirty="0">
                <a:hlinkClick r:id="rId2"/>
              </a:rPr>
              <a:t>http://localhost/my_project/index.html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The </a:t>
            </a:r>
            <a:r>
              <a:rPr lang="en-US" b="1" dirty="0"/>
              <a:t>index.html </a:t>
            </a:r>
            <a:r>
              <a:rPr lang="en-US" dirty="0"/>
              <a:t>page should load, and the JavaScript will call </a:t>
            </a:r>
            <a:r>
              <a:rPr lang="en-US" dirty="0" err="1"/>
              <a:t>api.php</a:t>
            </a:r>
            <a:r>
              <a:rPr lang="en-US" dirty="0"/>
              <a:t> to retrieve and display the student data from the MySQL database.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514969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19E9-6C1F-7D4B-76F3-F0454BC5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7: Troubleshoot and Verify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10D4A-B9C1-C92E-8F4E-9B713147D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see errors, check the following:</a:t>
            </a:r>
          </a:p>
          <a:p>
            <a:r>
              <a:rPr lang="en-US" dirty="0"/>
              <a:t>Ensure Apache and MySQL are running in </a:t>
            </a:r>
            <a:r>
              <a:rPr lang="en-US" dirty="0" err="1"/>
              <a:t>XAMPP</a:t>
            </a:r>
            <a:r>
              <a:rPr lang="en-US" dirty="0"/>
              <a:t>.</a:t>
            </a:r>
          </a:p>
          <a:p>
            <a:r>
              <a:rPr lang="en-US" dirty="0"/>
              <a:t>Verify your database setup and sample data in phpMyAdmin.</a:t>
            </a:r>
          </a:p>
          <a:p>
            <a:r>
              <a:rPr lang="en-US" dirty="0"/>
              <a:t>Use Developer Tools in your browser (Console and Network tabs) to debug issues in JavaScript or server responses.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08895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3941-7751-C942-2FF1-91BA397D5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POST request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EB35C-887F-7A29-B8E5-6FDD18305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fetch("http://localhost/my_project/api.php", 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method: </a:t>
            </a:r>
            <a:r>
              <a:rPr lang="en-I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'POST'</a:t>
            </a:r>
            <a:r>
              <a:rPr lang="en-IN" sz="2000" dirty="0">
                <a:latin typeface="Consolas" panose="020B0609020204030204" pitchFamily="49" charset="0"/>
              </a:rPr>
              <a:t>, </a:t>
            </a:r>
            <a:r>
              <a:rPr lang="en-IN" sz="2000" dirty="0">
                <a:solidFill>
                  <a:srgbClr val="00B050"/>
                </a:solidFill>
                <a:latin typeface="Consolas" panose="020B0609020204030204" pitchFamily="49" charset="0"/>
              </a:rPr>
              <a:t>// Explicitly specify the HTTP method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headers: {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    'Content-Type': 'application/</a:t>
            </a:r>
            <a:r>
              <a:rPr lang="en-IN" sz="2000" dirty="0" err="1">
                <a:latin typeface="Consolas" panose="020B0609020204030204" pitchFamily="49" charset="0"/>
              </a:rPr>
              <a:t>json</a:t>
            </a:r>
            <a:r>
              <a:rPr lang="en-IN" sz="2000" dirty="0"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},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    body: </a:t>
            </a:r>
            <a:r>
              <a:rPr lang="en-IN" sz="2000" dirty="0" err="1">
                <a:latin typeface="Consolas" panose="020B0609020204030204" pitchFamily="49" charset="0"/>
              </a:rPr>
              <a:t>JSON.stringify</a:t>
            </a:r>
            <a:r>
              <a:rPr lang="en-IN" sz="2000" dirty="0">
                <a:latin typeface="Consolas" panose="020B0609020204030204" pitchFamily="49" charset="0"/>
              </a:rPr>
              <a:t>({ name: 'Jane Doe', email: 'jane@example.com', course: 'Math' })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.then(response =&gt; </a:t>
            </a:r>
            <a:r>
              <a:rPr lang="en-IN" sz="2000" dirty="0" err="1">
                <a:latin typeface="Consolas" panose="020B0609020204030204" pitchFamily="49" charset="0"/>
              </a:rPr>
              <a:t>response.json</a:t>
            </a:r>
            <a:r>
              <a:rPr lang="en-IN" sz="2000" dirty="0"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.then(data =&gt; console.log('Data saved:', data))</a:t>
            </a:r>
          </a:p>
          <a:p>
            <a:pPr marL="0" indent="0">
              <a:buNone/>
            </a:pPr>
            <a:r>
              <a:rPr lang="en-IN" sz="2000" dirty="0">
                <a:latin typeface="Consolas" panose="020B0609020204030204" pitchFamily="49" charset="0"/>
              </a:rPr>
              <a:t>.catch(error =&gt; </a:t>
            </a:r>
            <a:r>
              <a:rPr lang="en-IN" sz="2000" dirty="0" err="1">
                <a:latin typeface="Consolas" panose="020B0609020204030204" pitchFamily="49" charset="0"/>
              </a:rPr>
              <a:t>console.error</a:t>
            </a:r>
            <a:r>
              <a:rPr lang="en-IN" sz="2000" dirty="0">
                <a:latin typeface="Consolas" panose="020B0609020204030204" pitchFamily="49" charset="0"/>
              </a:rPr>
              <a:t>('Error:', error));</a:t>
            </a:r>
          </a:p>
        </p:txBody>
      </p:sp>
    </p:spTree>
    <p:extLst>
      <p:ext uri="{BB962C8B-B14F-4D97-AF65-F5344CB8AC3E}">
        <p14:creationId xmlns:p14="http://schemas.microsoft.com/office/powerpoint/2010/main" val="483226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FA047-EB31-6C72-4890-63F6A485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CA39-532C-2049-5F40-177FE0E10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exercise demonstrates a fully functional local web application with </a:t>
            </a:r>
            <a:r>
              <a:rPr lang="en-IN" dirty="0" err="1"/>
              <a:t>XAMPP</a:t>
            </a:r>
            <a:r>
              <a:rPr lang="en-IN" dirty="0"/>
              <a:t>, where: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index.html serves as the frontend and uses JavaScript to fetch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err="1"/>
              <a:t>api.php</a:t>
            </a:r>
            <a:r>
              <a:rPr lang="en-IN" dirty="0"/>
              <a:t> is a backend API endpoint, retrieving data from MySQL and serving it as JSON.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phpMyAdmin manages the MySQL database, making this an ideal learning setup for a local server environment.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46193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Questions???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IN" dirty="0"/>
              <a:t>Dr Govindha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F9229A-DD42-46FB-AC7D-2F23A646FBDE}" vid="{29738491-4758-454F-8D61-01C0E3071440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Govindha-Ashesi-3-4-Five</Template>
  <TotalTime>430</TotalTime>
  <Words>1026</Words>
  <Application>Microsoft Office PowerPoint</Application>
  <PresentationFormat>On-screen Show (4:3)</PresentationFormat>
  <Paragraphs>143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Consolas</vt:lpstr>
      <vt:lpstr>Wingdings</vt:lpstr>
      <vt:lpstr>1_Office Theme</vt:lpstr>
      <vt:lpstr>2_Office Theme</vt:lpstr>
      <vt:lpstr>Local Hosting – Practical </vt:lpstr>
      <vt:lpstr>Outline</vt:lpstr>
      <vt:lpstr>External Hosting – Overview </vt:lpstr>
      <vt:lpstr>External Hosting – Overview </vt:lpstr>
      <vt:lpstr>Local Hosting - Exercise</vt:lpstr>
      <vt:lpstr>Application Overview</vt:lpstr>
      <vt:lpstr>Step 1: Install and Set Up XAMPP</vt:lpstr>
      <vt:lpstr>Step 2: Create a Database in phpMyAdmin</vt:lpstr>
      <vt:lpstr>Example Summary for the students Table </vt:lpstr>
      <vt:lpstr>Step 3: Set Up the Project Folder</vt:lpstr>
      <vt:lpstr>Step 4: Create the Frontend File (index.html)</vt:lpstr>
      <vt:lpstr>Step 5: Create the API Endpoint (api.php)</vt:lpstr>
      <vt:lpstr>Step 6: Test the Application</vt:lpstr>
      <vt:lpstr>Step 7: Troubleshoot and Verify</vt:lpstr>
      <vt:lpstr>Sample POST request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Govindha R Yeluripati</dc:creator>
  <cp:lastModifiedBy>Govindha  Ramaiah Yeluripati</cp:lastModifiedBy>
  <cp:revision>41</cp:revision>
  <dcterms:created xsi:type="dcterms:W3CDTF">2024-09-11T05:06:52Z</dcterms:created>
  <dcterms:modified xsi:type="dcterms:W3CDTF">2024-11-01T12:16:15Z</dcterms:modified>
</cp:coreProperties>
</file>