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6"/>
  </p:notesMasterIdLst>
  <p:sldIdLst>
    <p:sldId id="256" r:id="rId3"/>
    <p:sldId id="257" r:id="rId4"/>
    <p:sldId id="368" r:id="rId5"/>
    <p:sldId id="356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71" r:id="rId16"/>
    <p:sldId id="372" r:id="rId17"/>
    <p:sldId id="355" r:id="rId18"/>
    <p:sldId id="357" r:id="rId19"/>
    <p:sldId id="373" r:id="rId20"/>
    <p:sldId id="374" r:id="rId21"/>
    <p:sldId id="375" r:id="rId22"/>
    <p:sldId id="377" r:id="rId23"/>
    <p:sldId id="376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288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2" autoAdjust="0"/>
    <p:restoredTop sz="93447" autoAdjust="0"/>
  </p:normalViewPr>
  <p:slideViewPr>
    <p:cSldViewPr snapToGrid="0">
      <p:cViewPr varScale="1">
        <p:scale>
          <a:sx n="56" d="100"/>
          <a:sy n="56" d="100"/>
        </p:scale>
        <p:origin x="14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49233B-157A-4AFC-9FCC-4382D729463C}" type="doc">
      <dgm:prSet loTypeId="urn:microsoft.com/office/officeart/2005/8/layout/hierarchy2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GH"/>
        </a:p>
      </dgm:t>
    </dgm:pt>
    <dgm:pt modelId="{C40E1A55-D5B9-4EE6-AE28-C87C92632066}">
      <dgm:prSet phldrT="[Text]" custT="1"/>
      <dgm:spPr/>
      <dgm:t>
        <a:bodyPr/>
        <a:lstStyle/>
        <a:p>
          <a:r>
            <a:rPr lang="en-IN" sz="2000" dirty="0"/>
            <a:t>my-restful-</a:t>
          </a:r>
          <a:r>
            <a:rPr lang="en-IN" sz="2000" dirty="0" err="1"/>
            <a:t>api</a:t>
          </a:r>
          <a:r>
            <a:rPr lang="en-IN" sz="2000" dirty="0"/>
            <a:t>/</a:t>
          </a:r>
          <a:endParaRPr lang="en-GH" sz="2000" dirty="0"/>
        </a:p>
      </dgm:t>
    </dgm:pt>
    <dgm:pt modelId="{92BC3BC6-722A-46E9-966D-6264D72FACB9}" type="parTrans" cxnId="{5C6C0781-4BFD-4D5F-A388-D35F2C6F2B90}">
      <dgm:prSet/>
      <dgm:spPr/>
      <dgm:t>
        <a:bodyPr/>
        <a:lstStyle/>
        <a:p>
          <a:endParaRPr lang="en-GH" sz="2000"/>
        </a:p>
      </dgm:t>
    </dgm:pt>
    <dgm:pt modelId="{9B29671C-9143-45DD-8C6A-BEAC1F87AF6A}" type="sibTrans" cxnId="{5C6C0781-4BFD-4D5F-A388-D35F2C6F2B90}">
      <dgm:prSet/>
      <dgm:spPr/>
      <dgm:t>
        <a:bodyPr/>
        <a:lstStyle/>
        <a:p>
          <a:endParaRPr lang="en-GH" sz="2000"/>
        </a:p>
      </dgm:t>
    </dgm:pt>
    <dgm:pt modelId="{C0EBEB6A-496C-4B38-96D4-B15BF9DE7CBF}" type="asst">
      <dgm:prSet phldrT="[Text]" custT="1"/>
      <dgm:spPr/>
      <dgm:t>
        <a:bodyPr/>
        <a:lstStyle/>
        <a:p>
          <a:r>
            <a:rPr lang="en-IN" sz="2000" dirty="0"/>
            <a:t>index.html</a:t>
          </a:r>
          <a:endParaRPr lang="en-GH" sz="2000" dirty="0"/>
        </a:p>
      </dgm:t>
    </dgm:pt>
    <dgm:pt modelId="{AD0D56A5-78BF-413C-A54C-DCE86EE58BCC}" type="parTrans" cxnId="{827FAFA3-3C59-4CF4-8926-C6555B70B2B7}">
      <dgm:prSet custT="1"/>
      <dgm:spPr/>
      <dgm:t>
        <a:bodyPr/>
        <a:lstStyle/>
        <a:p>
          <a:endParaRPr lang="en-GH" sz="2000"/>
        </a:p>
      </dgm:t>
    </dgm:pt>
    <dgm:pt modelId="{CFE7E45C-06A3-4636-965D-47B4EC9E4C95}" type="sibTrans" cxnId="{827FAFA3-3C59-4CF4-8926-C6555B70B2B7}">
      <dgm:prSet/>
      <dgm:spPr/>
      <dgm:t>
        <a:bodyPr/>
        <a:lstStyle/>
        <a:p>
          <a:endParaRPr lang="en-GH" sz="2000"/>
        </a:p>
      </dgm:t>
    </dgm:pt>
    <dgm:pt modelId="{6F0E677F-AE70-4903-8AE4-05E07D394739}" type="asst">
      <dgm:prSet phldrT="[Text]" custT="1"/>
      <dgm:spPr/>
      <dgm:t>
        <a:bodyPr/>
        <a:lstStyle/>
        <a:p>
          <a:r>
            <a:rPr lang="en-IN" sz="2000" dirty="0"/>
            <a:t>api/</a:t>
          </a:r>
          <a:endParaRPr lang="en-GH" sz="2000" dirty="0"/>
        </a:p>
      </dgm:t>
    </dgm:pt>
    <dgm:pt modelId="{8DCD1474-BBA9-46A0-871D-7BEE35D32EE7}" type="parTrans" cxnId="{E86DCDF7-FBE1-40F6-BD7E-F968A42A40C7}">
      <dgm:prSet custT="1"/>
      <dgm:spPr/>
      <dgm:t>
        <a:bodyPr/>
        <a:lstStyle/>
        <a:p>
          <a:endParaRPr lang="en-GH" sz="2000"/>
        </a:p>
      </dgm:t>
    </dgm:pt>
    <dgm:pt modelId="{350A2DD3-E4AE-4449-8109-38860AA971E1}" type="sibTrans" cxnId="{E86DCDF7-FBE1-40F6-BD7E-F968A42A40C7}">
      <dgm:prSet/>
      <dgm:spPr/>
      <dgm:t>
        <a:bodyPr/>
        <a:lstStyle/>
        <a:p>
          <a:endParaRPr lang="en-GH" sz="2000"/>
        </a:p>
      </dgm:t>
    </dgm:pt>
    <dgm:pt modelId="{2D39621D-ED12-422C-96AF-C8B9F4050ABE}" type="asst">
      <dgm:prSet phldrT="[Text]" custT="1"/>
      <dgm:spPr/>
      <dgm:t>
        <a:bodyPr/>
        <a:lstStyle/>
        <a:p>
          <a:r>
            <a:rPr lang="en-IN" sz="2000" dirty="0"/>
            <a:t>config/</a:t>
          </a:r>
          <a:endParaRPr lang="en-GH" sz="2000" dirty="0"/>
        </a:p>
      </dgm:t>
    </dgm:pt>
    <dgm:pt modelId="{1FB077FC-71F9-4CDC-953B-A9066B14E8FE}" type="parTrans" cxnId="{284B4A14-09DB-4B91-AE77-4CDE5638842C}">
      <dgm:prSet custT="1"/>
      <dgm:spPr/>
      <dgm:t>
        <a:bodyPr/>
        <a:lstStyle/>
        <a:p>
          <a:endParaRPr lang="en-GH" sz="2000"/>
        </a:p>
      </dgm:t>
    </dgm:pt>
    <dgm:pt modelId="{74D6F759-FD6D-4535-9D17-B2952E3557F4}" type="sibTrans" cxnId="{284B4A14-09DB-4B91-AE77-4CDE5638842C}">
      <dgm:prSet/>
      <dgm:spPr/>
      <dgm:t>
        <a:bodyPr/>
        <a:lstStyle/>
        <a:p>
          <a:endParaRPr lang="en-GH" sz="2000"/>
        </a:p>
      </dgm:t>
    </dgm:pt>
    <dgm:pt modelId="{6F0A1179-EE85-4DF5-BF17-DF2F71C14212}" type="asst">
      <dgm:prSet phldrT="[Text]" custT="1"/>
      <dgm:spPr/>
      <dgm:t>
        <a:bodyPr/>
        <a:lstStyle/>
        <a:p>
          <a:r>
            <a:rPr lang="en-IN" sz="2000" dirty="0"/>
            <a:t>objects/</a:t>
          </a:r>
          <a:endParaRPr lang="en-GH" sz="2000" dirty="0"/>
        </a:p>
      </dgm:t>
    </dgm:pt>
    <dgm:pt modelId="{3D2229A6-09F9-4F07-B67D-B952CD9185B1}" type="parTrans" cxnId="{51989B02-E806-4B04-B877-F24D59F32529}">
      <dgm:prSet custT="1"/>
      <dgm:spPr/>
      <dgm:t>
        <a:bodyPr/>
        <a:lstStyle/>
        <a:p>
          <a:endParaRPr lang="en-GH" sz="2000"/>
        </a:p>
      </dgm:t>
    </dgm:pt>
    <dgm:pt modelId="{9C2A5184-FFCF-4906-9C88-B8C2C5D2F552}" type="sibTrans" cxnId="{51989B02-E806-4B04-B877-F24D59F32529}">
      <dgm:prSet/>
      <dgm:spPr/>
      <dgm:t>
        <a:bodyPr/>
        <a:lstStyle/>
        <a:p>
          <a:endParaRPr lang="en-GH" sz="2000"/>
        </a:p>
      </dgm:t>
    </dgm:pt>
    <dgm:pt modelId="{779A6235-C0DD-4977-A120-F3A891A96813}" type="asst">
      <dgm:prSet phldrT="[Text]" custT="1"/>
      <dgm:spPr/>
      <dgm:t>
        <a:bodyPr/>
        <a:lstStyle/>
        <a:p>
          <a:r>
            <a:rPr lang="en-IN" sz="2000" dirty="0"/>
            <a:t>user/</a:t>
          </a:r>
          <a:endParaRPr lang="en-GH" sz="2000" dirty="0"/>
        </a:p>
      </dgm:t>
    </dgm:pt>
    <dgm:pt modelId="{F176B96A-81B5-4A1A-BBD1-7D8A14B5FFEF}" type="parTrans" cxnId="{87F0FE0F-AB21-4AB8-8F90-C33546216EAB}">
      <dgm:prSet custT="1"/>
      <dgm:spPr/>
      <dgm:t>
        <a:bodyPr/>
        <a:lstStyle/>
        <a:p>
          <a:endParaRPr lang="en-GH" sz="2000"/>
        </a:p>
      </dgm:t>
    </dgm:pt>
    <dgm:pt modelId="{7609351F-5416-42C8-8F7C-616338AE6779}" type="sibTrans" cxnId="{87F0FE0F-AB21-4AB8-8F90-C33546216EAB}">
      <dgm:prSet/>
      <dgm:spPr/>
      <dgm:t>
        <a:bodyPr/>
        <a:lstStyle/>
        <a:p>
          <a:endParaRPr lang="en-GH" sz="2000"/>
        </a:p>
      </dgm:t>
    </dgm:pt>
    <dgm:pt modelId="{7333B05A-FAA7-4875-AC7F-F432BFEDFD0F}" type="asst">
      <dgm:prSet phldrT="[Text]" custT="1"/>
      <dgm:spPr/>
      <dgm:t>
        <a:bodyPr/>
        <a:lstStyle/>
        <a:p>
          <a:r>
            <a:rPr lang="en-IN" sz="2000" dirty="0" err="1"/>
            <a:t>database.php</a:t>
          </a:r>
          <a:endParaRPr lang="en-GH" sz="2000" dirty="0"/>
        </a:p>
      </dgm:t>
    </dgm:pt>
    <dgm:pt modelId="{854A6FD2-A9C9-4736-9C73-C7786B50FB85}" type="parTrans" cxnId="{ED37E394-A37E-46C4-A184-15BD528D08D9}">
      <dgm:prSet custT="1"/>
      <dgm:spPr/>
      <dgm:t>
        <a:bodyPr/>
        <a:lstStyle/>
        <a:p>
          <a:endParaRPr lang="en-GH" sz="2000"/>
        </a:p>
      </dgm:t>
    </dgm:pt>
    <dgm:pt modelId="{E0C226EC-DA40-4975-A2C3-3D657E0CC51B}" type="sibTrans" cxnId="{ED37E394-A37E-46C4-A184-15BD528D08D9}">
      <dgm:prSet/>
      <dgm:spPr/>
      <dgm:t>
        <a:bodyPr/>
        <a:lstStyle/>
        <a:p>
          <a:endParaRPr lang="en-GH" sz="2000"/>
        </a:p>
      </dgm:t>
    </dgm:pt>
    <dgm:pt modelId="{9A6E0213-5977-4296-8EC4-44E85D73905C}" type="asst">
      <dgm:prSet phldrT="[Text]" custT="1"/>
      <dgm:spPr/>
      <dgm:t>
        <a:bodyPr/>
        <a:lstStyle/>
        <a:p>
          <a:r>
            <a:rPr lang="en-IN" sz="2000" dirty="0" err="1"/>
            <a:t>user.php</a:t>
          </a:r>
          <a:endParaRPr lang="en-GH" sz="2000" dirty="0"/>
        </a:p>
      </dgm:t>
    </dgm:pt>
    <dgm:pt modelId="{62BEA308-435A-4B82-BB4E-148EA7A5DD79}" type="parTrans" cxnId="{1A404DC3-7AD7-4A46-A722-7AC4FDA0C63C}">
      <dgm:prSet custT="1"/>
      <dgm:spPr/>
      <dgm:t>
        <a:bodyPr/>
        <a:lstStyle/>
        <a:p>
          <a:endParaRPr lang="en-GH" sz="2000"/>
        </a:p>
      </dgm:t>
    </dgm:pt>
    <dgm:pt modelId="{98DA664D-B029-4F73-B7B5-432F47336695}" type="sibTrans" cxnId="{1A404DC3-7AD7-4A46-A722-7AC4FDA0C63C}">
      <dgm:prSet/>
      <dgm:spPr/>
      <dgm:t>
        <a:bodyPr/>
        <a:lstStyle/>
        <a:p>
          <a:endParaRPr lang="en-GH" sz="2000"/>
        </a:p>
      </dgm:t>
    </dgm:pt>
    <dgm:pt modelId="{FFCFD4A9-59D5-44EF-AC42-AA9E15C77CB2}" type="asst">
      <dgm:prSet phldrT="[Text]" custT="1"/>
      <dgm:spPr/>
      <dgm:t>
        <a:bodyPr/>
        <a:lstStyle/>
        <a:p>
          <a:r>
            <a:rPr lang="en-IN" sz="2000" dirty="0" err="1"/>
            <a:t>create.php</a:t>
          </a:r>
          <a:endParaRPr lang="en-GH" sz="2000" dirty="0"/>
        </a:p>
      </dgm:t>
    </dgm:pt>
    <dgm:pt modelId="{0E7ACDDF-D743-4EEF-8763-7B1983CDF995}" type="parTrans" cxnId="{4ABBECCA-A085-4090-8E9B-72D44784B843}">
      <dgm:prSet custT="1"/>
      <dgm:spPr/>
      <dgm:t>
        <a:bodyPr/>
        <a:lstStyle/>
        <a:p>
          <a:endParaRPr lang="en-GH" sz="2000"/>
        </a:p>
      </dgm:t>
    </dgm:pt>
    <dgm:pt modelId="{345282AF-4ED1-4EA1-99BE-56F7CF42D6C1}" type="sibTrans" cxnId="{4ABBECCA-A085-4090-8E9B-72D44784B843}">
      <dgm:prSet/>
      <dgm:spPr/>
      <dgm:t>
        <a:bodyPr/>
        <a:lstStyle/>
        <a:p>
          <a:endParaRPr lang="en-GH" sz="2000"/>
        </a:p>
      </dgm:t>
    </dgm:pt>
    <dgm:pt modelId="{39ECAA44-D6BB-4417-BC27-3EC3A1BC16BF}" type="asst">
      <dgm:prSet phldrT="[Text]" custT="1"/>
      <dgm:spPr/>
      <dgm:t>
        <a:bodyPr/>
        <a:lstStyle/>
        <a:p>
          <a:r>
            <a:rPr lang="en-IN" sz="2000" dirty="0" err="1"/>
            <a:t>read.php</a:t>
          </a:r>
          <a:endParaRPr lang="en-GH" sz="2000" dirty="0"/>
        </a:p>
      </dgm:t>
    </dgm:pt>
    <dgm:pt modelId="{30EE631E-3492-41C0-A055-A47BA47E0C34}" type="parTrans" cxnId="{B0CE6390-B3B7-4693-9CEF-F8E8EB6900BC}">
      <dgm:prSet custT="1"/>
      <dgm:spPr/>
      <dgm:t>
        <a:bodyPr/>
        <a:lstStyle/>
        <a:p>
          <a:endParaRPr lang="en-GH" sz="2000"/>
        </a:p>
      </dgm:t>
    </dgm:pt>
    <dgm:pt modelId="{25BC688A-C23B-4DC2-9E1D-47F2045546B0}" type="sibTrans" cxnId="{B0CE6390-B3B7-4693-9CEF-F8E8EB6900BC}">
      <dgm:prSet/>
      <dgm:spPr/>
      <dgm:t>
        <a:bodyPr/>
        <a:lstStyle/>
        <a:p>
          <a:endParaRPr lang="en-GH" sz="2000"/>
        </a:p>
      </dgm:t>
    </dgm:pt>
    <dgm:pt modelId="{0D970D93-8ED4-43A2-BDD4-8E08BD270252}" type="asst">
      <dgm:prSet phldrT="[Text]" custT="1"/>
      <dgm:spPr/>
      <dgm:t>
        <a:bodyPr/>
        <a:lstStyle/>
        <a:p>
          <a:r>
            <a:rPr lang="en-IN" sz="2000" dirty="0" err="1"/>
            <a:t>update.php</a:t>
          </a:r>
          <a:endParaRPr lang="en-GH" sz="2000" dirty="0"/>
        </a:p>
      </dgm:t>
    </dgm:pt>
    <dgm:pt modelId="{E6991C16-6A2E-4CF9-82E0-0305FC03C915}" type="parTrans" cxnId="{F9DF0E3D-88BF-46C6-8657-84201410576D}">
      <dgm:prSet custT="1"/>
      <dgm:spPr/>
      <dgm:t>
        <a:bodyPr/>
        <a:lstStyle/>
        <a:p>
          <a:endParaRPr lang="en-GH" sz="2000"/>
        </a:p>
      </dgm:t>
    </dgm:pt>
    <dgm:pt modelId="{A4A6A7EA-E5B5-47D0-A3BF-63D0956AFCBF}" type="sibTrans" cxnId="{F9DF0E3D-88BF-46C6-8657-84201410576D}">
      <dgm:prSet/>
      <dgm:spPr/>
      <dgm:t>
        <a:bodyPr/>
        <a:lstStyle/>
        <a:p>
          <a:endParaRPr lang="en-GH" sz="2000"/>
        </a:p>
      </dgm:t>
    </dgm:pt>
    <dgm:pt modelId="{61A4A282-8DD4-4C27-A667-0DECFF195A0C}" type="asst">
      <dgm:prSet phldrT="[Text]" custT="1"/>
      <dgm:spPr/>
      <dgm:t>
        <a:bodyPr/>
        <a:lstStyle/>
        <a:p>
          <a:r>
            <a:rPr lang="en-IN" sz="2000" dirty="0" err="1"/>
            <a:t>delete.php</a:t>
          </a:r>
          <a:endParaRPr lang="en-GH" sz="2000" dirty="0"/>
        </a:p>
      </dgm:t>
    </dgm:pt>
    <dgm:pt modelId="{6091B3F2-24AA-48DD-B75A-41297586882D}" type="parTrans" cxnId="{FD8B13B9-E292-439E-AE08-52A3B7364C71}">
      <dgm:prSet custT="1"/>
      <dgm:spPr/>
      <dgm:t>
        <a:bodyPr/>
        <a:lstStyle/>
        <a:p>
          <a:endParaRPr lang="en-GH" sz="2000"/>
        </a:p>
      </dgm:t>
    </dgm:pt>
    <dgm:pt modelId="{B10797D8-D589-4305-A55C-1FA4D0B204F8}" type="sibTrans" cxnId="{FD8B13B9-E292-439E-AE08-52A3B7364C71}">
      <dgm:prSet/>
      <dgm:spPr/>
      <dgm:t>
        <a:bodyPr/>
        <a:lstStyle/>
        <a:p>
          <a:endParaRPr lang="en-GH" sz="2000"/>
        </a:p>
      </dgm:t>
    </dgm:pt>
    <dgm:pt modelId="{51AA9854-EAD2-4325-85E4-E2A935B1C62F}" type="pres">
      <dgm:prSet presAssocID="{2D49233B-157A-4AFC-9FCC-4382D729463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2EF9CA9-29DE-411F-B9D8-F168728FB69A}" type="pres">
      <dgm:prSet presAssocID="{C40E1A55-D5B9-4EE6-AE28-C87C92632066}" presName="root1" presStyleCnt="0"/>
      <dgm:spPr/>
    </dgm:pt>
    <dgm:pt modelId="{E88988F6-6695-42D1-8456-A272D1CB779F}" type="pres">
      <dgm:prSet presAssocID="{C40E1A55-D5B9-4EE6-AE28-C87C92632066}" presName="LevelOneTextNode" presStyleLbl="node0" presStyleIdx="0" presStyleCnt="1" custScaleX="141332">
        <dgm:presLayoutVars>
          <dgm:chPref val="3"/>
        </dgm:presLayoutVars>
      </dgm:prSet>
      <dgm:spPr/>
    </dgm:pt>
    <dgm:pt modelId="{585A50CA-DF4A-4171-8762-1D9E4455FE6A}" type="pres">
      <dgm:prSet presAssocID="{C40E1A55-D5B9-4EE6-AE28-C87C92632066}" presName="level2hierChild" presStyleCnt="0"/>
      <dgm:spPr/>
    </dgm:pt>
    <dgm:pt modelId="{A9D5D145-BF0B-4F65-8801-F0AB20C4302C}" type="pres">
      <dgm:prSet presAssocID="{AD0D56A5-78BF-413C-A54C-DCE86EE58BCC}" presName="conn2-1" presStyleLbl="parChTrans1D2" presStyleIdx="0" presStyleCnt="2"/>
      <dgm:spPr/>
    </dgm:pt>
    <dgm:pt modelId="{09CCD384-65D0-4C5C-A052-BB6D6D86B3AA}" type="pres">
      <dgm:prSet presAssocID="{AD0D56A5-78BF-413C-A54C-DCE86EE58BCC}" presName="connTx" presStyleLbl="parChTrans1D2" presStyleIdx="0" presStyleCnt="2"/>
      <dgm:spPr/>
    </dgm:pt>
    <dgm:pt modelId="{C8C6669B-59C3-4C66-A179-B87CE8EC0432}" type="pres">
      <dgm:prSet presAssocID="{C0EBEB6A-496C-4B38-96D4-B15BF9DE7CBF}" presName="root2" presStyleCnt="0"/>
      <dgm:spPr/>
    </dgm:pt>
    <dgm:pt modelId="{7E3EA4DB-C617-4D96-A751-7F61478E7CAF}" type="pres">
      <dgm:prSet presAssocID="{C0EBEB6A-496C-4B38-96D4-B15BF9DE7CBF}" presName="LevelTwoTextNode" presStyleLbl="asst1" presStyleIdx="0" presStyleCnt="11">
        <dgm:presLayoutVars>
          <dgm:chPref val="3"/>
        </dgm:presLayoutVars>
      </dgm:prSet>
      <dgm:spPr/>
    </dgm:pt>
    <dgm:pt modelId="{2E6AA53E-10C1-4A22-9AB3-9FECCA38BE06}" type="pres">
      <dgm:prSet presAssocID="{C0EBEB6A-496C-4B38-96D4-B15BF9DE7CBF}" presName="level3hierChild" presStyleCnt="0"/>
      <dgm:spPr/>
    </dgm:pt>
    <dgm:pt modelId="{6C85A48F-85D4-4FEC-88F2-396C55811606}" type="pres">
      <dgm:prSet presAssocID="{8DCD1474-BBA9-46A0-871D-7BEE35D32EE7}" presName="conn2-1" presStyleLbl="parChTrans1D2" presStyleIdx="1" presStyleCnt="2"/>
      <dgm:spPr/>
    </dgm:pt>
    <dgm:pt modelId="{B614C914-2AC0-486D-80AD-5B95E4B4B267}" type="pres">
      <dgm:prSet presAssocID="{8DCD1474-BBA9-46A0-871D-7BEE35D32EE7}" presName="connTx" presStyleLbl="parChTrans1D2" presStyleIdx="1" presStyleCnt="2"/>
      <dgm:spPr/>
    </dgm:pt>
    <dgm:pt modelId="{B072A298-76AF-4EE9-9328-C9A589F58836}" type="pres">
      <dgm:prSet presAssocID="{6F0E677F-AE70-4903-8AE4-05E07D394739}" presName="root2" presStyleCnt="0"/>
      <dgm:spPr/>
    </dgm:pt>
    <dgm:pt modelId="{A1C9B804-AA64-4BB0-BFBB-A50DF0BCECAC}" type="pres">
      <dgm:prSet presAssocID="{6F0E677F-AE70-4903-8AE4-05E07D394739}" presName="LevelTwoTextNode" presStyleLbl="asst1" presStyleIdx="1" presStyleCnt="11">
        <dgm:presLayoutVars>
          <dgm:chPref val="3"/>
        </dgm:presLayoutVars>
      </dgm:prSet>
      <dgm:spPr/>
    </dgm:pt>
    <dgm:pt modelId="{A9C8D9B8-223F-4F1B-AE1A-8DA2C753D79C}" type="pres">
      <dgm:prSet presAssocID="{6F0E677F-AE70-4903-8AE4-05E07D394739}" presName="level3hierChild" presStyleCnt="0"/>
      <dgm:spPr/>
    </dgm:pt>
    <dgm:pt modelId="{28796FF8-0F1B-497E-91AE-B955DD09E0EC}" type="pres">
      <dgm:prSet presAssocID="{1FB077FC-71F9-4CDC-953B-A9066B14E8FE}" presName="conn2-1" presStyleLbl="parChTrans1D3" presStyleIdx="0" presStyleCnt="3"/>
      <dgm:spPr/>
    </dgm:pt>
    <dgm:pt modelId="{F172C0F0-3F7B-49EC-A5ED-F8D41F8E29CD}" type="pres">
      <dgm:prSet presAssocID="{1FB077FC-71F9-4CDC-953B-A9066B14E8FE}" presName="connTx" presStyleLbl="parChTrans1D3" presStyleIdx="0" presStyleCnt="3"/>
      <dgm:spPr/>
    </dgm:pt>
    <dgm:pt modelId="{6CAFE7B6-CCED-40D4-9738-72403BF3EBDE}" type="pres">
      <dgm:prSet presAssocID="{2D39621D-ED12-422C-96AF-C8B9F4050ABE}" presName="root2" presStyleCnt="0"/>
      <dgm:spPr/>
    </dgm:pt>
    <dgm:pt modelId="{1CEB5ECA-4489-467D-B629-134B34C17704}" type="pres">
      <dgm:prSet presAssocID="{2D39621D-ED12-422C-96AF-C8B9F4050ABE}" presName="LevelTwoTextNode" presStyleLbl="asst1" presStyleIdx="2" presStyleCnt="11">
        <dgm:presLayoutVars>
          <dgm:chPref val="3"/>
        </dgm:presLayoutVars>
      </dgm:prSet>
      <dgm:spPr/>
    </dgm:pt>
    <dgm:pt modelId="{5B9DB732-39DA-408D-A389-B9A308029D45}" type="pres">
      <dgm:prSet presAssocID="{2D39621D-ED12-422C-96AF-C8B9F4050ABE}" presName="level3hierChild" presStyleCnt="0"/>
      <dgm:spPr/>
    </dgm:pt>
    <dgm:pt modelId="{63EFFE22-861C-4D3C-8368-B8D1C562FE00}" type="pres">
      <dgm:prSet presAssocID="{854A6FD2-A9C9-4736-9C73-C7786B50FB85}" presName="conn2-1" presStyleLbl="parChTrans1D4" presStyleIdx="0" presStyleCnt="6"/>
      <dgm:spPr/>
    </dgm:pt>
    <dgm:pt modelId="{4F6026A5-5722-4B3B-BCC6-9698E04BDF28}" type="pres">
      <dgm:prSet presAssocID="{854A6FD2-A9C9-4736-9C73-C7786B50FB85}" presName="connTx" presStyleLbl="parChTrans1D4" presStyleIdx="0" presStyleCnt="6"/>
      <dgm:spPr/>
    </dgm:pt>
    <dgm:pt modelId="{3EF6C06F-E659-4037-8003-AB47FB8BE0BD}" type="pres">
      <dgm:prSet presAssocID="{7333B05A-FAA7-4875-AC7F-F432BFEDFD0F}" presName="root2" presStyleCnt="0"/>
      <dgm:spPr/>
    </dgm:pt>
    <dgm:pt modelId="{AD710E94-9285-4649-A94A-8918874C832D}" type="pres">
      <dgm:prSet presAssocID="{7333B05A-FAA7-4875-AC7F-F432BFEDFD0F}" presName="LevelTwoTextNode" presStyleLbl="asst1" presStyleIdx="3" presStyleCnt="11" custScaleX="119636">
        <dgm:presLayoutVars>
          <dgm:chPref val="3"/>
        </dgm:presLayoutVars>
      </dgm:prSet>
      <dgm:spPr/>
    </dgm:pt>
    <dgm:pt modelId="{BAC336FA-7FF2-4339-B442-7271B049DD57}" type="pres">
      <dgm:prSet presAssocID="{7333B05A-FAA7-4875-AC7F-F432BFEDFD0F}" presName="level3hierChild" presStyleCnt="0"/>
      <dgm:spPr/>
    </dgm:pt>
    <dgm:pt modelId="{1FAC1006-444C-4BC2-B786-A070CECD5FF9}" type="pres">
      <dgm:prSet presAssocID="{3D2229A6-09F9-4F07-B67D-B952CD9185B1}" presName="conn2-1" presStyleLbl="parChTrans1D3" presStyleIdx="1" presStyleCnt="3"/>
      <dgm:spPr/>
    </dgm:pt>
    <dgm:pt modelId="{66481209-8D9B-4AFD-8E50-2336A644C794}" type="pres">
      <dgm:prSet presAssocID="{3D2229A6-09F9-4F07-B67D-B952CD9185B1}" presName="connTx" presStyleLbl="parChTrans1D3" presStyleIdx="1" presStyleCnt="3"/>
      <dgm:spPr/>
    </dgm:pt>
    <dgm:pt modelId="{81F3275B-2B33-42D8-83BD-76587B14AA7E}" type="pres">
      <dgm:prSet presAssocID="{6F0A1179-EE85-4DF5-BF17-DF2F71C14212}" presName="root2" presStyleCnt="0"/>
      <dgm:spPr/>
    </dgm:pt>
    <dgm:pt modelId="{2556DC0E-307C-40E4-9D74-4FCE6A58F329}" type="pres">
      <dgm:prSet presAssocID="{6F0A1179-EE85-4DF5-BF17-DF2F71C14212}" presName="LevelTwoTextNode" presStyleLbl="asst1" presStyleIdx="4" presStyleCnt="11">
        <dgm:presLayoutVars>
          <dgm:chPref val="3"/>
        </dgm:presLayoutVars>
      </dgm:prSet>
      <dgm:spPr/>
    </dgm:pt>
    <dgm:pt modelId="{2DF32B7E-1E93-46E3-8E0A-697917C5AD33}" type="pres">
      <dgm:prSet presAssocID="{6F0A1179-EE85-4DF5-BF17-DF2F71C14212}" presName="level3hierChild" presStyleCnt="0"/>
      <dgm:spPr/>
    </dgm:pt>
    <dgm:pt modelId="{5B4A575F-D054-4CBD-BD9D-EB14678120B3}" type="pres">
      <dgm:prSet presAssocID="{62BEA308-435A-4B82-BB4E-148EA7A5DD79}" presName="conn2-1" presStyleLbl="parChTrans1D4" presStyleIdx="1" presStyleCnt="6"/>
      <dgm:spPr/>
    </dgm:pt>
    <dgm:pt modelId="{259BCE81-5843-4124-A6D3-B95EFE1727A1}" type="pres">
      <dgm:prSet presAssocID="{62BEA308-435A-4B82-BB4E-148EA7A5DD79}" presName="connTx" presStyleLbl="parChTrans1D4" presStyleIdx="1" presStyleCnt="6"/>
      <dgm:spPr/>
    </dgm:pt>
    <dgm:pt modelId="{931C4755-7721-4ECF-B5EF-CA9D705DCF23}" type="pres">
      <dgm:prSet presAssocID="{9A6E0213-5977-4296-8EC4-44E85D73905C}" presName="root2" presStyleCnt="0"/>
      <dgm:spPr/>
    </dgm:pt>
    <dgm:pt modelId="{785EC158-4797-46EE-AE67-512AE540F0B6}" type="pres">
      <dgm:prSet presAssocID="{9A6E0213-5977-4296-8EC4-44E85D73905C}" presName="LevelTwoTextNode" presStyleLbl="asst1" presStyleIdx="5" presStyleCnt="11">
        <dgm:presLayoutVars>
          <dgm:chPref val="3"/>
        </dgm:presLayoutVars>
      </dgm:prSet>
      <dgm:spPr/>
    </dgm:pt>
    <dgm:pt modelId="{FCEA2FCA-757D-4234-A800-93EE8073D1DD}" type="pres">
      <dgm:prSet presAssocID="{9A6E0213-5977-4296-8EC4-44E85D73905C}" presName="level3hierChild" presStyleCnt="0"/>
      <dgm:spPr/>
    </dgm:pt>
    <dgm:pt modelId="{88B59BC2-ABF7-45E7-8E5C-762EB76B9273}" type="pres">
      <dgm:prSet presAssocID="{F176B96A-81B5-4A1A-BBD1-7D8A14B5FFEF}" presName="conn2-1" presStyleLbl="parChTrans1D3" presStyleIdx="2" presStyleCnt="3"/>
      <dgm:spPr/>
    </dgm:pt>
    <dgm:pt modelId="{1AF47CF4-4442-48E4-9A59-EF09D443FDA1}" type="pres">
      <dgm:prSet presAssocID="{F176B96A-81B5-4A1A-BBD1-7D8A14B5FFEF}" presName="connTx" presStyleLbl="parChTrans1D3" presStyleIdx="2" presStyleCnt="3"/>
      <dgm:spPr/>
    </dgm:pt>
    <dgm:pt modelId="{F807082D-3642-4D1F-BF98-6216C8439B89}" type="pres">
      <dgm:prSet presAssocID="{779A6235-C0DD-4977-A120-F3A891A96813}" presName="root2" presStyleCnt="0"/>
      <dgm:spPr/>
    </dgm:pt>
    <dgm:pt modelId="{DD0D26D3-9F37-43A9-9EA9-4CC6254EC7AA}" type="pres">
      <dgm:prSet presAssocID="{779A6235-C0DD-4977-A120-F3A891A96813}" presName="LevelTwoTextNode" presStyleLbl="asst1" presStyleIdx="6" presStyleCnt="11">
        <dgm:presLayoutVars>
          <dgm:chPref val="3"/>
        </dgm:presLayoutVars>
      </dgm:prSet>
      <dgm:spPr/>
    </dgm:pt>
    <dgm:pt modelId="{C1ED82E4-A846-4F95-80D6-B5F5D453FF21}" type="pres">
      <dgm:prSet presAssocID="{779A6235-C0DD-4977-A120-F3A891A96813}" presName="level3hierChild" presStyleCnt="0"/>
      <dgm:spPr/>
    </dgm:pt>
    <dgm:pt modelId="{357507E6-B07F-400F-94F1-D0728D2F5002}" type="pres">
      <dgm:prSet presAssocID="{0E7ACDDF-D743-4EEF-8763-7B1983CDF995}" presName="conn2-1" presStyleLbl="parChTrans1D4" presStyleIdx="2" presStyleCnt="6"/>
      <dgm:spPr/>
    </dgm:pt>
    <dgm:pt modelId="{0E9E47F8-3B40-4273-BE05-12CEC1ECD6C5}" type="pres">
      <dgm:prSet presAssocID="{0E7ACDDF-D743-4EEF-8763-7B1983CDF995}" presName="connTx" presStyleLbl="parChTrans1D4" presStyleIdx="2" presStyleCnt="6"/>
      <dgm:spPr/>
    </dgm:pt>
    <dgm:pt modelId="{515C65C6-5728-40D7-BD1D-4EA0F17455D5}" type="pres">
      <dgm:prSet presAssocID="{FFCFD4A9-59D5-44EF-AC42-AA9E15C77CB2}" presName="root2" presStyleCnt="0"/>
      <dgm:spPr/>
    </dgm:pt>
    <dgm:pt modelId="{E1791D48-224B-4DE0-83C7-164A9BC6AEB9}" type="pres">
      <dgm:prSet presAssocID="{FFCFD4A9-59D5-44EF-AC42-AA9E15C77CB2}" presName="LevelTwoTextNode" presStyleLbl="asst1" presStyleIdx="7" presStyleCnt="11">
        <dgm:presLayoutVars>
          <dgm:chPref val="3"/>
        </dgm:presLayoutVars>
      </dgm:prSet>
      <dgm:spPr/>
    </dgm:pt>
    <dgm:pt modelId="{3B27F1AB-4312-4456-95A8-431AA046B880}" type="pres">
      <dgm:prSet presAssocID="{FFCFD4A9-59D5-44EF-AC42-AA9E15C77CB2}" presName="level3hierChild" presStyleCnt="0"/>
      <dgm:spPr/>
    </dgm:pt>
    <dgm:pt modelId="{F836E16F-2CC5-408A-B938-1399DB0ADC8F}" type="pres">
      <dgm:prSet presAssocID="{30EE631E-3492-41C0-A055-A47BA47E0C34}" presName="conn2-1" presStyleLbl="parChTrans1D4" presStyleIdx="3" presStyleCnt="6"/>
      <dgm:spPr/>
    </dgm:pt>
    <dgm:pt modelId="{5B20DFB5-931A-455E-8D61-BEA3796C2398}" type="pres">
      <dgm:prSet presAssocID="{30EE631E-3492-41C0-A055-A47BA47E0C34}" presName="connTx" presStyleLbl="parChTrans1D4" presStyleIdx="3" presStyleCnt="6"/>
      <dgm:spPr/>
    </dgm:pt>
    <dgm:pt modelId="{E67EB457-5AFB-4787-B326-CEF646752AE8}" type="pres">
      <dgm:prSet presAssocID="{39ECAA44-D6BB-4417-BC27-3EC3A1BC16BF}" presName="root2" presStyleCnt="0"/>
      <dgm:spPr/>
    </dgm:pt>
    <dgm:pt modelId="{863D33C1-C58B-4C93-ABCD-F0C841676642}" type="pres">
      <dgm:prSet presAssocID="{39ECAA44-D6BB-4417-BC27-3EC3A1BC16BF}" presName="LevelTwoTextNode" presStyleLbl="asst1" presStyleIdx="8" presStyleCnt="11">
        <dgm:presLayoutVars>
          <dgm:chPref val="3"/>
        </dgm:presLayoutVars>
      </dgm:prSet>
      <dgm:spPr/>
    </dgm:pt>
    <dgm:pt modelId="{F807DCC8-516A-476A-BF52-529BFBB8FE75}" type="pres">
      <dgm:prSet presAssocID="{39ECAA44-D6BB-4417-BC27-3EC3A1BC16BF}" presName="level3hierChild" presStyleCnt="0"/>
      <dgm:spPr/>
    </dgm:pt>
    <dgm:pt modelId="{4E5C560F-0310-4468-86D0-1E8272488573}" type="pres">
      <dgm:prSet presAssocID="{E6991C16-6A2E-4CF9-82E0-0305FC03C915}" presName="conn2-1" presStyleLbl="parChTrans1D4" presStyleIdx="4" presStyleCnt="6"/>
      <dgm:spPr/>
    </dgm:pt>
    <dgm:pt modelId="{E2F04C4E-115D-4AD8-87F9-3CECDD9DDD83}" type="pres">
      <dgm:prSet presAssocID="{E6991C16-6A2E-4CF9-82E0-0305FC03C915}" presName="connTx" presStyleLbl="parChTrans1D4" presStyleIdx="4" presStyleCnt="6"/>
      <dgm:spPr/>
    </dgm:pt>
    <dgm:pt modelId="{36FDDBD6-C7E2-4910-B42F-5CF681661E65}" type="pres">
      <dgm:prSet presAssocID="{0D970D93-8ED4-43A2-BDD4-8E08BD270252}" presName="root2" presStyleCnt="0"/>
      <dgm:spPr/>
    </dgm:pt>
    <dgm:pt modelId="{182F5780-33AF-45AF-826F-215FF4A2F071}" type="pres">
      <dgm:prSet presAssocID="{0D970D93-8ED4-43A2-BDD4-8E08BD270252}" presName="LevelTwoTextNode" presStyleLbl="asst1" presStyleIdx="9" presStyleCnt="11">
        <dgm:presLayoutVars>
          <dgm:chPref val="3"/>
        </dgm:presLayoutVars>
      </dgm:prSet>
      <dgm:spPr/>
    </dgm:pt>
    <dgm:pt modelId="{5E803522-E085-4B2C-8B83-5AFC6CEA8B6A}" type="pres">
      <dgm:prSet presAssocID="{0D970D93-8ED4-43A2-BDD4-8E08BD270252}" presName="level3hierChild" presStyleCnt="0"/>
      <dgm:spPr/>
    </dgm:pt>
    <dgm:pt modelId="{75BA05EC-C96A-46D5-986B-25B276A6BA62}" type="pres">
      <dgm:prSet presAssocID="{6091B3F2-24AA-48DD-B75A-41297586882D}" presName="conn2-1" presStyleLbl="parChTrans1D4" presStyleIdx="5" presStyleCnt="6"/>
      <dgm:spPr/>
    </dgm:pt>
    <dgm:pt modelId="{DF5A29F2-023D-4EE5-8749-82C9F5DBB1FC}" type="pres">
      <dgm:prSet presAssocID="{6091B3F2-24AA-48DD-B75A-41297586882D}" presName="connTx" presStyleLbl="parChTrans1D4" presStyleIdx="5" presStyleCnt="6"/>
      <dgm:spPr/>
    </dgm:pt>
    <dgm:pt modelId="{D58E8C4B-E6F1-4E92-9661-B3D09E8596E1}" type="pres">
      <dgm:prSet presAssocID="{61A4A282-8DD4-4C27-A667-0DECFF195A0C}" presName="root2" presStyleCnt="0"/>
      <dgm:spPr/>
    </dgm:pt>
    <dgm:pt modelId="{26E59223-5C9E-454B-A1E0-01376F4B635D}" type="pres">
      <dgm:prSet presAssocID="{61A4A282-8DD4-4C27-A667-0DECFF195A0C}" presName="LevelTwoTextNode" presStyleLbl="asst1" presStyleIdx="10" presStyleCnt="11">
        <dgm:presLayoutVars>
          <dgm:chPref val="3"/>
        </dgm:presLayoutVars>
      </dgm:prSet>
      <dgm:spPr/>
    </dgm:pt>
    <dgm:pt modelId="{DF466EB4-9B19-40E8-ACF0-62339E47076F}" type="pres">
      <dgm:prSet presAssocID="{61A4A282-8DD4-4C27-A667-0DECFF195A0C}" presName="level3hierChild" presStyleCnt="0"/>
      <dgm:spPr/>
    </dgm:pt>
  </dgm:ptLst>
  <dgm:cxnLst>
    <dgm:cxn modelId="{51989B02-E806-4B04-B877-F24D59F32529}" srcId="{6F0E677F-AE70-4903-8AE4-05E07D394739}" destId="{6F0A1179-EE85-4DF5-BF17-DF2F71C14212}" srcOrd="1" destOrd="0" parTransId="{3D2229A6-09F9-4F07-B67D-B952CD9185B1}" sibTransId="{9C2A5184-FFCF-4906-9C88-B8C2C5D2F552}"/>
    <dgm:cxn modelId="{87F0FE0F-AB21-4AB8-8F90-C33546216EAB}" srcId="{6F0E677F-AE70-4903-8AE4-05E07D394739}" destId="{779A6235-C0DD-4977-A120-F3A891A96813}" srcOrd="2" destOrd="0" parTransId="{F176B96A-81B5-4A1A-BBD1-7D8A14B5FFEF}" sibTransId="{7609351F-5416-42C8-8F7C-616338AE6779}"/>
    <dgm:cxn modelId="{284B4A14-09DB-4B91-AE77-4CDE5638842C}" srcId="{6F0E677F-AE70-4903-8AE4-05E07D394739}" destId="{2D39621D-ED12-422C-96AF-C8B9F4050ABE}" srcOrd="0" destOrd="0" parTransId="{1FB077FC-71F9-4CDC-953B-A9066B14E8FE}" sibTransId="{74D6F759-FD6D-4535-9D17-B2952E3557F4}"/>
    <dgm:cxn modelId="{03DA2A18-1118-490F-B1E7-3292602AD7E4}" type="presOf" srcId="{8DCD1474-BBA9-46A0-871D-7BEE35D32EE7}" destId="{6C85A48F-85D4-4FEC-88F2-396C55811606}" srcOrd="0" destOrd="0" presId="urn:microsoft.com/office/officeart/2005/8/layout/hierarchy2"/>
    <dgm:cxn modelId="{C1ABAC1B-461C-41A0-812C-08A315AB21BC}" type="presOf" srcId="{0D970D93-8ED4-43A2-BDD4-8E08BD270252}" destId="{182F5780-33AF-45AF-826F-215FF4A2F071}" srcOrd="0" destOrd="0" presId="urn:microsoft.com/office/officeart/2005/8/layout/hierarchy2"/>
    <dgm:cxn modelId="{808D241D-FAF2-46A3-AB0E-C52B32C58A98}" type="presOf" srcId="{FFCFD4A9-59D5-44EF-AC42-AA9E15C77CB2}" destId="{E1791D48-224B-4DE0-83C7-164A9BC6AEB9}" srcOrd="0" destOrd="0" presId="urn:microsoft.com/office/officeart/2005/8/layout/hierarchy2"/>
    <dgm:cxn modelId="{4B520B22-FD49-434F-A72B-26E6E69F7159}" type="presOf" srcId="{6F0A1179-EE85-4DF5-BF17-DF2F71C14212}" destId="{2556DC0E-307C-40E4-9D74-4FCE6A58F329}" srcOrd="0" destOrd="0" presId="urn:microsoft.com/office/officeart/2005/8/layout/hierarchy2"/>
    <dgm:cxn modelId="{F9DF0E3D-88BF-46C6-8657-84201410576D}" srcId="{779A6235-C0DD-4977-A120-F3A891A96813}" destId="{0D970D93-8ED4-43A2-BDD4-8E08BD270252}" srcOrd="2" destOrd="0" parTransId="{E6991C16-6A2E-4CF9-82E0-0305FC03C915}" sibTransId="{A4A6A7EA-E5B5-47D0-A3BF-63D0956AFCBF}"/>
    <dgm:cxn modelId="{7B3F973D-6C53-4B3C-AA8C-129D7D67F065}" type="presOf" srcId="{E6991C16-6A2E-4CF9-82E0-0305FC03C915}" destId="{E2F04C4E-115D-4AD8-87F9-3CECDD9DDD83}" srcOrd="1" destOrd="0" presId="urn:microsoft.com/office/officeart/2005/8/layout/hierarchy2"/>
    <dgm:cxn modelId="{30403262-FC2F-40C7-BF98-D22FF18E9C46}" type="presOf" srcId="{F176B96A-81B5-4A1A-BBD1-7D8A14B5FFEF}" destId="{1AF47CF4-4442-48E4-9A59-EF09D443FDA1}" srcOrd="1" destOrd="0" presId="urn:microsoft.com/office/officeart/2005/8/layout/hierarchy2"/>
    <dgm:cxn modelId="{D084C068-14D3-470A-AD9C-3AA84F9FCFBD}" type="presOf" srcId="{61A4A282-8DD4-4C27-A667-0DECFF195A0C}" destId="{26E59223-5C9E-454B-A1E0-01376F4B635D}" srcOrd="0" destOrd="0" presId="urn:microsoft.com/office/officeart/2005/8/layout/hierarchy2"/>
    <dgm:cxn modelId="{9A5A104A-42E9-48E0-904F-B77DED665257}" type="presOf" srcId="{39ECAA44-D6BB-4417-BC27-3EC3A1BC16BF}" destId="{863D33C1-C58B-4C93-ABCD-F0C841676642}" srcOrd="0" destOrd="0" presId="urn:microsoft.com/office/officeart/2005/8/layout/hierarchy2"/>
    <dgm:cxn modelId="{7EAA434C-BB16-4785-BD95-DABF62AD1A0D}" type="presOf" srcId="{854A6FD2-A9C9-4736-9C73-C7786B50FB85}" destId="{63EFFE22-861C-4D3C-8368-B8D1C562FE00}" srcOrd="0" destOrd="0" presId="urn:microsoft.com/office/officeart/2005/8/layout/hierarchy2"/>
    <dgm:cxn modelId="{70792550-5625-4E66-BE62-7C3A2FFE34F0}" type="presOf" srcId="{3D2229A6-09F9-4F07-B67D-B952CD9185B1}" destId="{66481209-8D9B-4AFD-8E50-2336A644C794}" srcOrd="1" destOrd="0" presId="urn:microsoft.com/office/officeart/2005/8/layout/hierarchy2"/>
    <dgm:cxn modelId="{2D11F270-2B6B-41B5-A758-E2593E8D3741}" type="presOf" srcId="{0E7ACDDF-D743-4EEF-8763-7B1983CDF995}" destId="{357507E6-B07F-400F-94F1-D0728D2F5002}" srcOrd="0" destOrd="0" presId="urn:microsoft.com/office/officeart/2005/8/layout/hierarchy2"/>
    <dgm:cxn modelId="{EE087353-1D1F-48FA-86ED-08206B99418C}" type="presOf" srcId="{62BEA308-435A-4B82-BB4E-148EA7A5DD79}" destId="{5B4A575F-D054-4CBD-BD9D-EB14678120B3}" srcOrd="0" destOrd="0" presId="urn:microsoft.com/office/officeart/2005/8/layout/hierarchy2"/>
    <dgm:cxn modelId="{8ACCB376-7F9F-4A57-93A2-31A27EAD42A7}" type="presOf" srcId="{F176B96A-81B5-4A1A-BBD1-7D8A14B5FFEF}" destId="{88B59BC2-ABF7-45E7-8E5C-762EB76B9273}" srcOrd="0" destOrd="0" presId="urn:microsoft.com/office/officeart/2005/8/layout/hierarchy2"/>
    <dgm:cxn modelId="{6A56D67E-4F3B-4714-A755-5341F49C0B58}" type="presOf" srcId="{6091B3F2-24AA-48DD-B75A-41297586882D}" destId="{75BA05EC-C96A-46D5-986B-25B276A6BA62}" srcOrd="0" destOrd="0" presId="urn:microsoft.com/office/officeart/2005/8/layout/hierarchy2"/>
    <dgm:cxn modelId="{5C6C0781-4BFD-4D5F-A388-D35F2C6F2B90}" srcId="{2D49233B-157A-4AFC-9FCC-4382D729463C}" destId="{C40E1A55-D5B9-4EE6-AE28-C87C92632066}" srcOrd="0" destOrd="0" parTransId="{92BC3BC6-722A-46E9-966D-6264D72FACB9}" sibTransId="{9B29671C-9143-45DD-8C6A-BEAC1F87AF6A}"/>
    <dgm:cxn modelId="{87357F82-4C64-4DD3-977B-EC2E9BA3B2F7}" type="presOf" srcId="{9A6E0213-5977-4296-8EC4-44E85D73905C}" destId="{785EC158-4797-46EE-AE67-512AE540F0B6}" srcOrd="0" destOrd="0" presId="urn:microsoft.com/office/officeart/2005/8/layout/hierarchy2"/>
    <dgm:cxn modelId="{B5799285-90C9-4C6C-A230-D1C16D353484}" type="presOf" srcId="{C40E1A55-D5B9-4EE6-AE28-C87C92632066}" destId="{E88988F6-6695-42D1-8456-A272D1CB779F}" srcOrd="0" destOrd="0" presId="urn:microsoft.com/office/officeart/2005/8/layout/hierarchy2"/>
    <dgm:cxn modelId="{697C3486-7414-4A77-9513-907AA80FE46C}" type="presOf" srcId="{854A6FD2-A9C9-4736-9C73-C7786B50FB85}" destId="{4F6026A5-5722-4B3B-BCC6-9698E04BDF28}" srcOrd="1" destOrd="0" presId="urn:microsoft.com/office/officeart/2005/8/layout/hierarchy2"/>
    <dgm:cxn modelId="{95F3278C-CBD2-4443-84A7-EBD253192EB5}" type="presOf" srcId="{0E7ACDDF-D743-4EEF-8763-7B1983CDF995}" destId="{0E9E47F8-3B40-4273-BE05-12CEC1ECD6C5}" srcOrd="1" destOrd="0" presId="urn:microsoft.com/office/officeart/2005/8/layout/hierarchy2"/>
    <dgm:cxn modelId="{040F788D-12E4-494C-9C69-D3C8F635DE1A}" type="presOf" srcId="{1FB077FC-71F9-4CDC-953B-A9066B14E8FE}" destId="{28796FF8-0F1B-497E-91AE-B955DD09E0EC}" srcOrd="0" destOrd="0" presId="urn:microsoft.com/office/officeart/2005/8/layout/hierarchy2"/>
    <dgm:cxn modelId="{B0CE6390-B3B7-4693-9CEF-F8E8EB6900BC}" srcId="{779A6235-C0DD-4977-A120-F3A891A96813}" destId="{39ECAA44-D6BB-4417-BC27-3EC3A1BC16BF}" srcOrd="1" destOrd="0" parTransId="{30EE631E-3492-41C0-A055-A47BA47E0C34}" sibTransId="{25BC688A-C23B-4DC2-9E1D-47F2045546B0}"/>
    <dgm:cxn modelId="{ED37E394-A37E-46C4-A184-15BD528D08D9}" srcId="{2D39621D-ED12-422C-96AF-C8B9F4050ABE}" destId="{7333B05A-FAA7-4875-AC7F-F432BFEDFD0F}" srcOrd="0" destOrd="0" parTransId="{854A6FD2-A9C9-4736-9C73-C7786B50FB85}" sibTransId="{E0C226EC-DA40-4975-A2C3-3D657E0CC51B}"/>
    <dgm:cxn modelId="{34780498-9A2D-4E8F-8C24-298A0AFB8336}" type="presOf" srcId="{6091B3F2-24AA-48DD-B75A-41297586882D}" destId="{DF5A29F2-023D-4EE5-8749-82C9F5DBB1FC}" srcOrd="1" destOrd="0" presId="urn:microsoft.com/office/officeart/2005/8/layout/hierarchy2"/>
    <dgm:cxn modelId="{6128BC9F-C642-4985-892B-03CD63548A90}" type="presOf" srcId="{3D2229A6-09F9-4F07-B67D-B952CD9185B1}" destId="{1FAC1006-444C-4BC2-B786-A070CECD5FF9}" srcOrd="0" destOrd="0" presId="urn:microsoft.com/office/officeart/2005/8/layout/hierarchy2"/>
    <dgm:cxn modelId="{45DD54A0-EF38-4354-9ACD-E5172AE24A5F}" type="presOf" srcId="{30EE631E-3492-41C0-A055-A47BA47E0C34}" destId="{5B20DFB5-931A-455E-8D61-BEA3796C2398}" srcOrd="1" destOrd="0" presId="urn:microsoft.com/office/officeart/2005/8/layout/hierarchy2"/>
    <dgm:cxn modelId="{827FAFA3-3C59-4CF4-8926-C6555B70B2B7}" srcId="{C40E1A55-D5B9-4EE6-AE28-C87C92632066}" destId="{C0EBEB6A-496C-4B38-96D4-B15BF9DE7CBF}" srcOrd="0" destOrd="0" parTransId="{AD0D56A5-78BF-413C-A54C-DCE86EE58BCC}" sibTransId="{CFE7E45C-06A3-4636-965D-47B4EC9E4C95}"/>
    <dgm:cxn modelId="{3C0A84A4-E1A1-4998-AD6F-6CEC8D017A38}" type="presOf" srcId="{62BEA308-435A-4B82-BB4E-148EA7A5DD79}" destId="{259BCE81-5843-4124-A6D3-B95EFE1727A1}" srcOrd="1" destOrd="0" presId="urn:microsoft.com/office/officeart/2005/8/layout/hierarchy2"/>
    <dgm:cxn modelId="{3952D5A6-13DD-4789-A2C2-2B936929E634}" type="presOf" srcId="{AD0D56A5-78BF-413C-A54C-DCE86EE58BCC}" destId="{A9D5D145-BF0B-4F65-8801-F0AB20C4302C}" srcOrd="0" destOrd="0" presId="urn:microsoft.com/office/officeart/2005/8/layout/hierarchy2"/>
    <dgm:cxn modelId="{E8D3AAAE-7B82-4B03-8396-02C81AD574AF}" type="presOf" srcId="{7333B05A-FAA7-4875-AC7F-F432BFEDFD0F}" destId="{AD710E94-9285-4649-A94A-8918874C832D}" srcOrd="0" destOrd="0" presId="urn:microsoft.com/office/officeart/2005/8/layout/hierarchy2"/>
    <dgm:cxn modelId="{FD8B13B9-E292-439E-AE08-52A3B7364C71}" srcId="{779A6235-C0DD-4977-A120-F3A891A96813}" destId="{61A4A282-8DD4-4C27-A667-0DECFF195A0C}" srcOrd="3" destOrd="0" parTransId="{6091B3F2-24AA-48DD-B75A-41297586882D}" sibTransId="{B10797D8-D589-4305-A55C-1FA4D0B204F8}"/>
    <dgm:cxn modelId="{18E9DBBB-9EA1-41AF-A090-63401A36DD98}" type="presOf" srcId="{1FB077FC-71F9-4CDC-953B-A9066B14E8FE}" destId="{F172C0F0-3F7B-49EC-A5ED-F8D41F8E29CD}" srcOrd="1" destOrd="0" presId="urn:microsoft.com/office/officeart/2005/8/layout/hierarchy2"/>
    <dgm:cxn modelId="{060AA0BD-C296-47A7-A461-CB658A072799}" type="presOf" srcId="{E6991C16-6A2E-4CF9-82E0-0305FC03C915}" destId="{4E5C560F-0310-4468-86D0-1E8272488573}" srcOrd="0" destOrd="0" presId="urn:microsoft.com/office/officeart/2005/8/layout/hierarchy2"/>
    <dgm:cxn modelId="{1A404DC3-7AD7-4A46-A722-7AC4FDA0C63C}" srcId="{6F0A1179-EE85-4DF5-BF17-DF2F71C14212}" destId="{9A6E0213-5977-4296-8EC4-44E85D73905C}" srcOrd="0" destOrd="0" parTransId="{62BEA308-435A-4B82-BB4E-148EA7A5DD79}" sibTransId="{98DA664D-B029-4F73-B7B5-432F47336695}"/>
    <dgm:cxn modelId="{86BF90C8-5D3D-4758-B669-382D4F0A3F94}" type="presOf" srcId="{8DCD1474-BBA9-46A0-871D-7BEE35D32EE7}" destId="{B614C914-2AC0-486D-80AD-5B95E4B4B267}" srcOrd="1" destOrd="0" presId="urn:microsoft.com/office/officeart/2005/8/layout/hierarchy2"/>
    <dgm:cxn modelId="{4ABBECCA-A085-4090-8E9B-72D44784B843}" srcId="{779A6235-C0DD-4977-A120-F3A891A96813}" destId="{FFCFD4A9-59D5-44EF-AC42-AA9E15C77CB2}" srcOrd="0" destOrd="0" parTransId="{0E7ACDDF-D743-4EEF-8763-7B1983CDF995}" sibTransId="{345282AF-4ED1-4EA1-99BE-56F7CF42D6C1}"/>
    <dgm:cxn modelId="{2A892ED7-6D6C-427C-97D4-60029C98A6E0}" type="presOf" srcId="{6F0E677F-AE70-4903-8AE4-05E07D394739}" destId="{A1C9B804-AA64-4BB0-BFBB-A50DF0BCECAC}" srcOrd="0" destOrd="0" presId="urn:microsoft.com/office/officeart/2005/8/layout/hierarchy2"/>
    <dgm:cxn modelId="{284C4BDA-30BB-4CBE-9B01-41F52C72764F}" type="presOf" srcId="{779A6235-C0DD-4977-A120-F3A891A96813}" destId="{DD0D26D3-9F37-43A9-9EA9-4CC6254EC7AA}" srcOrd="0" destOrd="0" presId="urn:microsoft.com/office/officeart/2005/8/layout/hierarchy2"/>
    <dgm:cxn modelId="{1C0D36E1-4420-4496-BB07-31A7B67AF0F6}" type="presOf" srcId="{2D39621D-ED12-422C-96AF-C8B9F4050ABE}" destId="{1CEB5ECA-4489-467D-B629-134B34C17704}" srcOrd="0" destOrd="0" presId="urn:microsoft.com/office/officeart/2005/8/layout/hierarchy2"/>
    <dgm:cxn modelId="{77946CE8-22BA-4005-81B7-3D7B115FFFB3}" type="presOf" srcId="{30EE631E-3492-41C0-A055-A47BA47E0C34}" destId="{F836E16F-2CC5-408A-B938-1399DB0ADC8F}" srcOrd="0" destOrd="0" presId="urn:microsoft.com/office/officeart/2005/8/layout/hierarchy2"/>
    <dgm:cxn modelId="{6CEE2AF7-65B9-490C-9444-783C102A1E01}" type="presOf" srcId="{C0EBEB6A-496C-4B38-96D4-B15BF9DE7CBF}" destId="{7E3EA4DB-C617-4D96-A751-7F61478E7CAF}" srcOrd="0" destOrd="0" presId="urn:microsoft.com/office/officeart/2005/8/layout/hierarchy2"/>
    <dgm:cxn modelId="{E86DCDF7-FBE1-40F6-BD7E-F968A42A40C7}" srcId="{C40E1A55-D5B9-4EE6-AE28-C87C92632066}" destId="{6F0E677F-AE70-4903-8AE4-05E07D394739}" srcOrd="1" destOrd="0" parTransId="{8DCD1474-BBA9-46A0-871D-7BEE35D32EE7}" sibTransId="{350A2DD3-E4AE-4449-8109-38860AA971E1}"/>
    <dgm:cxn modelId="{92EDAAF8-E996-4895-996F-E64E7086996E}" type="presOf" srcId="{2D49233B-157A-4AFC-9FCC-4382D729463C}" destId="{51AA9854-EAD2-4325-85E4-E2A935B1C62F}" srcOrd="0" destOrd="0" presId="urn:microsoft.com/office/officeart/2005/8/layout/hierarchy2"/>
    <dgm:cxn modelId="{121A00FB-34B8-4972-B090-8993EB9C7904}" type="presOf" srcId="{AD0D56A5-78BF-413C-A54C-DCE86EE58BCC}" destId="{09CCD384-65D0-4C5C-A052-BB6D6D86B3AA}" srcOrd="1" destOrd="0" presId="urn:microsoft.com/office/officeart/2005/8/layout/hierarchy2"/>
    <dgm:cxn modelId="{46A86E8C-B990-46CE-AC23-9BEAA9AC8B91}" type="presParOf" srcId="{51AA9854-EAD2-4325-85E4-E2A935B1C62F}" destId="{12EF9CA9-29DE-411F-B9D8-F168728FB69A}" srcOrd="0" destOrd="0" presId="urn:microsoft.com/office/officeart/2005/8/layout/hierarchy2"/>
    <dgm:cxn modelId="{080311B3-A6EB-4D5D-9759-70235FDAA1E1}" type="presParOf" srcId="{12EF9CA9-29DE-411F-B9D8-F168728FB69A}" destId="{E88988F6-6695-42D1-8456-A272D1CB779F}" srcOrd="0" destOrd="0" presId="urn:microsoft.com/office/officeart/2005/8/layout/hierarchy2"/>
    <dgm:cxn modelId="{9E553855-F301-46BA-BE42-1370596C3BD5}" type="presParOf" srcId="{12EF9CA9-29DE-411F-B9D8-F168728FB69A}" destId="{585A50CA-DF4A-4171-8762-1D9E4455FE6A}" srcOrd="1" destOrd="0" presId="urn:microsoft.com/office/officeart/2005/8/layout/hierarchy2"/>
    <dgm:cxn modelId="{570A6257-DB0B-47E1-92F3-5797A52B4204}" type="presParOf" srcId="{585A50CA-DF4A-4171-8762-1D9E4455FE6A}" destId="{A9D5D145-BF0B-4F65-8801-F0AB20C4302C}" srcOrd="0" destOrd="0" presId="urn:microsoft.com/office/officeart/2005/8/layout/hierarchy2"/>
    <dgm:cxn modelId="{1F2E7DDC-BF4B-44AD-89DE-A4041A489A9D}" type="presParOf" srcId="{A9D5D145-BF0B-4F65-8801-F0AB20C4302C}" destId="{09CCD384-65D0-4C5C-A052-BB6D6D86B3AA}" srcOrd="0" destOrd="0" presId="urn:microsoft.com/office/officeart/2005/8/layout/hierarchy2"/>
    <dgm:cxn modelId="{20F7580D-260E-4DCD-80AF-1C2A610007DE}" type="presParOf" srcId="{585A50CA-DF4A-4171-8762-1D9E4455FE6A}" destId="{C8C6669B-59C3-4C66-A179-B87CE8EC0432}" srcOrd="1" destOrd="0" presId="urn:microsoft.com/office/officeart/2005/8/layout/hierarchy2"/>
    <dgm:cxn modelId="{2872A757-2487-442A-81F5-81F5E0AA5ED5}" type="presParOf" srcId="{C8C6669B-59C3-4C66-A179-B87CE8EC0432}" destId="{7E3EA4DB-C617-4D96-A751-7F61478E7CAF}" srcOrd="0" destOrd="0" presId="urn:microsoft.com/office/officeart/2005/8/layout/hierarchy2"/>
    <dgm:cxn modelId="{2C6C8176-DCA9-4CC2-A253-DF6482C36CAE}" type="presParOf" srcId="{C8C6669B-59C3-4C66-A179-B87CE8EC0432}" destId="{2E6AA53E-10C1-4A22-9AB3-9FECCA38BE06}" srcOrd="1" destOrd="0" presId="urn:microsoft.com/office/officeart/2005/8/layout/hierarchy2"/>
    <dgm:cxn modelId="{DD4CE91E-0F85-4065-BABF-041A1209FD92}" type="presParOf" srcId="{585A50CA-DF4A-4171-8762-1D9E4455FE6A}" destId="{6C85A48F-85D4-4FEC-88F2-396C55811606}" srcOrd="2" destOrd="0" presId="urn:microsoft.com/office/officeart/2005/8/layout/hierarchy2"/>
    <dgm:cxn modelId="{74A5C247-95BD-4410-8C4C-1B355BFE198E}" type="presParOf" srcId="{6C85A48F-85D4-4FEC-88F2-396C55811606}" destId="{B614C914-2AC0-486D-80AD-5B95E4B4B267}" srcOrd="0" destOrd="0" presId="urn:microsoft.com/office/officeart/2005/8/layout/hierarchy2"/>
    <dgm:cxn modelId="{F257B789-EA25-4991-8B10-1E00625637D1}" type="presParOf" srcId="{585A50CA-DF4A-4171-8762-1D9E4455FE6A}" destId="{B072A298-76AF-4EE9-9328-C9A589F58836}" srcOrd="3" destOrd="0" presId="urn:microsoft.com/office/officeart/2005/8/layout/hierarchy2"/>
    <dgm:cxn modelId="{518F7CA1-186C-4FA8-B5AE-9EE8563CC0E5}" type="presParOf" srcId="{B072A298-76AF-4EE9-9328-C9A589F58836}" destId="{A1C9B804-AA64-4BB0-BFBB-A50DF0BCECAC}" srcOrd="0" destOrd="0" presId="urn:microsoft.com/office/officeart/2005/8/layout/hierarchy2"/>
    <dgm:cxn modelId="{9F51F244-8EFA-4FC2-B4F3-4A3B454390B7}" type="presParOf" srcId="{B072A298-76AF-4EE9-9328-C9A589F58836}" destId="{A9C8D9B8-223F-4F1B-AE1A-8DA2C753D79C}" srcOrd="1" destOrd="0" presId="urn:microsoft.com/office/officeart/2005/8/layout/hierarchy2"/>
    <dgm:cxn modelId="{2BDB1666-4297-401F-A45C-A69A059884A5}" type="presParOf" srcId="{A9C8D9B8-223F-4F1B-AE1A-8DA2C753D79C}" destId="{28796FF8-0F1B-497E-91AE-B955DD09E0EC}" srcOrd="0" destOrd="0" presId="urn:microsoft.com/office/officeart/2005/8/layout/hierarchy2"/>
    <dgm:cxn modelId="{2C82B532-8F5D-407C-9FDB-9B2140A69763}" type="presParOf" srcId="{28796FF8-0F1B-497E-91AE-B955DD09E0EC}" destId="{F172C0F0-3F7B-49EC-A5ED-F8D41F8E29CD}" srcOrd="0" destOrd="0" presId="urn:microsoft.com/office/officeart/2005/8/layout/hierarchy2"/>
    <dgm:cxn modelId="{712404F0-9560-4E2B-B8BC-B79CDB218A16}" type="presParOf" srcId="{A9C8D9B8-223F-4F1B-AE1A-8DA2C753D79C}" destId="{6CAFE7B6-CCED-40D4-9738-72403BF3EBDE}" srcOrd="1" destOrd="0" presId="urn:microsoft.com/office/officeart/2005/8/layout/hierarchy2"/>
    <dgm:cxn modelId="{41821A57-9F80-4C09-AF04-DBE26D4CBE5C}" type="presParOf" srcId="{6CAFE7B6-CCED-40D4-9738-72403BF3EBDE}" destId="{1CEB5ECA-4489-467D-B629-134B34C17704}" srcOrd="0" destOrd="0" presId="urn:microsoft.com/office/officeart/2005/8/layout/hierarchy2"/>
    <dgm:cxn modelId="{A4E45A23-D07A-4B23-A587-547EB8A9E49B}" type="presParOf" srcId="{6CAFE7B6-CCED-40D4-9738-72403BF3EBDE}" destId="{5B9DB732-39DA-408D-A389-B9A308029D45}" srcOrd="1" destOrd="0" presId="urn:microsoft.com/office/officeart/2005/8/layout/hierarchy2"/>
    <dgm:cxn modelId="{FF81B3B0-4800-4B14-BB2A-56B900E516A7}" type="presParOf" srcId="{5B9DB732-39DA-408D-A389-B9A308029D45}" destId="{63EFFE22-861C-4D3C-8368-B8D1C562FE00}" srcOrd="0" destOrd="0" presId="urn:microsoft.com/office/officeart/2005/8/layout/hierarchy2"/>
    <dgm:cxn modelId="{00A8CEFC-570A-497F-9F4E-02ABABB9925D}" type="presParOf" srcId="{63EFFE22-861C-4D3C-8368-B8D1C562FE00}" destId="{4F6026A5-5722-4B3B-BCC6-9698E04BDF28}" srcOrd="0" destOrd="0" presId="urn:microsoft.com/office/officeart/2005/8/layout/hierarchy2"/>
    <dgm:cxn modelId="{53AA2939-F416-4991-87D2-3B8793042869}" type="presParOf" srcId="{5B9DB732-39DA-408D-A389-B9A308029D45}" destId="{3EF6C06F-E659-4037-8003-AB47FB8BE0BD}" srcOrd="1" destOrd="0" presId="urn:microsoft.com/office/officeart/2005/8/layout/hierarchy2"/>
    <dgm:cxn modelId="{D5117122-E155-48F9-9AAA-087A690486EC}" type="presParOf" srcId="{3EF6C06F-E659-4037-8003-AB47FB8BE0BD}" destId="{AD710E94-9285-4649-A94A-8918874C832D}" srcOrd="0" destOrd="0" presId="urn:microsoft.com/office/officeart/2005/8/layout/hierarchy2"/>
    <dgm:cxn modelId="{B286839B-79A0-4F08-9BA7-D1952C44FAB1}" type="presParOf" srcId="{3EF6C06F-E659-4037-8003-AB47FB8BE0BD}" destId="{BAC336FA-7FF2-4339-B442-7271B049DD57}" srcOrd="1" destOrd="0" presId="urn:microsoft.com/office/officeart/2005/8/layout/hierarchy2"/>
    <dgm:cxn modelId="{554607AF-7B9E-49A0-B521-5AA1EB3F73C9}" type="presParOf" srcId="{A9C8D9B8-223F-4F1B-AE1A-8DA2C753D79C}" destId="{1FAC1006-444C-4BC2-B786-A070CECD5FF9}" srcOrd="2" destOrd="0" presId="urn:microsoft.com/office/officeart/2005/8/layout/hierarchy2"/>
    <dgm:cxn modelId="{8CD5FF1A-22AA-4011-B502-B7D45A8CE3D5}" type="presParOf" srcId="{1FAC1006-444C-4BC2-B786-A070CECD5FF9}" destId="{66481209-8D9B-4AFD-8E50-2336A644C794}" srcOrd="0" destOrd="0" presId="urn:microsoft.com/office/officeart/2005/8/layout/hierarchy2"/>
    <dgm:cxn modelId="{322DF7AD-4F76-4FC9-8B9E-3E79DF194557}" type="presParOf" srcId="{A9C8D9B8-223F-4F1B-AE1A-8DA2C753D79C}" destId="{81F3275B-2B33-42D8-83BD-76587B14AA7E}" srcOrd="3" destOrd="0" presId="urn:microsoft.com/office/officeart/2005/8/layout/hierarchy2"/>
    <dgm:cxn modelId="{6D35A896-FD1D-4490-8B96-A53BDE2E06EB}" type="presParOf" srcId="{81F3275B-2B33-42D8-83BD-76587B14AA7E}" destId="{2556DC0E-307C-40E4-9D74-4FCE6A58F329}" srcOrd="0" destOrd="0" presId="urn:microsoft.com/office/officeart/2005/8/layout/hierarchy2"/>
    <dgm:cxn modelId="{463EFE90-17B3-4719-9414-999C777C0397}" type="presParOf" srcId="{81F3275B-2B33-42D8-83BD-76587B14AA7E}" destId="{2DF32B7E-1E93-46E3-8E0A-697917C5AD33}" srcOrd="1" destOrd="0" presId="urn:microsoft.com/office/officeart/2005/8/layout/hierarchy2"/>
    <dgm:cxn modelId="{5B1BA3D1-FEAF-4173-9DCB-A0DCC05D275E}" type="presParOf" srcId="{2DF32B7E-1E93-46E3-8E0A-697917C5AD33}" destId="{5B4A575F-D054-4CBD-BD9D-EB14678120B3}" srcOrd="0" destOrd="0" presId="urn:microsoft.com/office/officeart/2005/8/layout/hierarchy2"/>
    <dgm:cxn modelId="{D4508589-1AF7-4E48-BFD9-C85D2AA3AE84}" type="presParOf" srcId="{5B4A575F-D054-4CBD-BD9D-EB14678120B3}" destId="{259BCE81-5843-4124-A6D3-B95EFE1727A1}" srcOrd="0" destOrd="0" presId="urn:microsoft.com/office/officeart/2005/8/layout/hierarchy2"/>
    <dgm:cxn modelId="{264D101D-4ED4-4693-BD3C-4000FFC22D05}" type="presParOf" srcId="{2DF32B7E-1E93-46E3-8E0A-697917C5AD33}" destId="{931C4755-7721-4ECF-B5EF-CA9D705DCF23}" srcOrd="1" destOrd="0" presId="urn:microsoft.com/office/officeart/2005/8/layout/hierarchy2"/>
    <dgm:cxn modelId="{C031379D-3633-4450-9CCC-5987E7777B96}" type="presParOf" srcId="{931C4755-7721-4ECF-B5EF-CA9D705DCF23}" destId="{785EC158-4797-46EE-AE67-512AE540F0B6}" srcOrd="0" destOrd="0" presId="urn:microsoft.com/office/officeart/2005/8/layout/hierarchy2"/>
    <dgm:cxn modelId="{7F141C4F-E74A-4361-9E2B-2E3795011550}" type="presParOf" srcId="{931C4755-7721-4ECF-B5EF-CA9D705DCF23}" destId="{FCEA2FCA-757D-4234-A800-93EE8073D1DD}" srcOrd="1" destOrd="0" presId="urn:microsoft.com/office/officeart/2005/8/layout/hierarchy2"/>
    <dgm:cxn modelId="{6202A435-355A-45DE-ACE3-46A6927B9E20}" type="presParOf" srcId="{A9C8D9B8-223F-4F1B-AE1A-8DA2C753D79C}" destId="{88B59BC2-ABF7-45E7-8E5C-762EB76B9273}" srcOrd="4" destOrd="0" presId="urn:microsoft.com/office/officeart/2005/8/layout/hierarchy2"/>
    <dgm:cxn modelId="{18A2DCCC-A91E-4218-9F58-A7892879E7AF}" type="presParOf" srcId="{88B59BC2-ABF7-45E7-8E5C-762EB76B9273}" destId="{1AF47CF4-4442-48E4-9A59-EF09D443FDA1}" srcOrd="0" destOrd="0" presId="urn:microsoft.com/office/officeart/2005/8/layout/hierarchy2"/>
    <dgm:cxn modelId="{0101A785-8EC4-4A4D-9349-00A9126DCCCA}" type="presParOf" srcId="{A9C8D9B8-223F-4F1B-AE1A-8DA2C753D79C}" destId="{F807082D-3642-4D1F-BF98-6216C8439B89}" srcOrd="5" destOrd="0" presId="urn:microsoft.com/office/officeart/2005/8/layout/hierarchy2"/>
    <dgm:cxn modelId="{E2C665B8-6FDE-4AA3-9868-EA8449F8950F}" type="presParOf" srcId="{F807082D-3642-4D1F-BF98-6216C8439B89}" destId="{DD0D26D3-9F37-43A9-9EA9-4CC6254EC7AA}" srcOrd="0" destOrd="0" presId="urn:microsoft.com/office/officeart/2005/8/layout/hierarchy2"/>
    <dgm:cxn modelId="{32082BA1-A708-400E-91B8-2CD8BABA5CC4}" type="presParOf" srcId="{F807082D-3642-4D1F-BF98-6216C8439B89}" destId="{C1ED82E4-A846-4F95-80D6-B5F5D453FF21}" srcOrd="1" destOrd="0" presId="urn:microsoft.com/office/officeart/2005/8/layout/hierarchy2"/>
    <dgm:cxn modelId="{939E21E3-D757-4C04-9396-0CF8F2812D78}" type="presParOf" srcId="{C1ED82E4-A846-4F95-80D6-B5F5D453FF21}" destId="{357507E6-B07F-400F-94F1-D0728D2F5002}" srcOrd="0" destOrd="0" presId="urn:microsoft.com/office/officeart/2005/8/layout/hierarchy2"/>
    <dgm:cxn modelId="{E1D660DA-AE3B-4663-B623-25CB9EE522E7}" type="presParOf" srcId="{357507E6-B07F-400F-94F1-D0728D2F5002}" destId="{0E9E47F8-3B40-4273-BE05-12CEC1ECD6C5}" srcOrd="0" destOrd="0" presId="urn:microsoft.com/office/officeart/2005/8/layout/hierarchy2"/>
    <dgm:cxn modelId="{3B5DDED5-1C5C-46A7-A1FF-4B60E5C19979}" type="presParOf" srcId="{C1ED82E4-A846-4F95-80D6-B5F5D453FF21}" destId="{515C65C6-5728-40D7-BD1D-4EA0F17455D5}" srcOrd="1" destOrd="0" presId="urn:microsoft.com/office/officeart/2005/8/layout/hierarchy2"/>
    <dgm:cxn modelId="{BB68A94D-F3ED-4848-8F76-291FD24527D5}" type="presParOf" srcId="{515C65C6-5728-40D7-BD1D-4EA0F17455D5}" destId="{E1791D48-224B-4DE0-83C7-164A9BC6AEB9}" srcOrd="0" destOrd="0" presId="urn:microsoft.com/office/officeart/2005/8/layout/hierarchy2"/>
    <dgm:cxn modelId="{AD900F25-3079-4D6A-89CC-00E548B584F6}" type="presParOf" srcId="{515C65C6-5728-40D7-BD1D-4EA0F17455D5}" destId="{3B27F1AB-4312-4456-95A8-431AA046B880}" srcOrd="1" destOrd="0" presId="urn:microsoft.com/office/officeart/2005/8/layout/hierarchy2"/>
    <dgm:cxn modelId="{70CD612C-F977-4CA8-B784-018C91D7F6F0}" type="presParOf" srcId="{C1ED82E4-A846-4F95-80D6-B5F5D453FF21}" destId="{F836E16F-2CC5-408A-B938-1399DB0ADC8F}" srcOrd="2" destOrd="0" presId="urn:microsoft.com/office/officeart/2005/8/layout/hierarchy2"/>
    <dgm:cxn modelId="{0E22315D-96C9-414C-86EC-6681CB5E965E}" type="presParOf" srcId="{F836E16F-2CC5-408A-B938-1399DB0ADC8F}" destId="{5B20DFB5-931A-455E-8D61-BEA3796C2398}" srcOrd="0" destOrd="0" presId="urn:microsoft.com/office/officeart/2005/8/layout/hierarchy2"/>
    <dgm:cxn modelId="{EA12162B-DE2F-4D61-9858-EF510B679456}" type="presParOf" srcId="{C1ED82E4-A846-4F95-80D6-B5F5D453FF21}" destId="{E67EB457-5AFB-4787-B326-CEF646752AE8}" srcOrd="3" destOrd="0" presId="urn:microsoft.com/office/officeart/2005/8/layout/hierarchy2"/>
    <dgm:cxn modelId="{7FA26C7A-F98B-4C46-9BDD-C2FB70AF93A8}" type="presParOf" srcId="{E67EB457-5AFB-4787-B326-CEF646752AE8}" destId="{863D33C1-C58B-4C93-ABCD-F0C841676642}" srcOrd="0" destOrd="0" presId="urn:microsoft.com/office/officeart/2005/8/layout/hierarchy2"/>
    <dgm:cxn modelId="{6E4D0C5F-8D26-4F63-8681-EB5524AE3FAD}" type="presParOf" srcId="{E67EB457-5AFB-4787-B326-CEF646752AE8}" destId="{F807DCC8-516A-476A-BF52-529BFBB8FE75}" srcOrd="1" destOrd="0" presId="urn:microsoft.com/office/officeart/2005/8/layout/hierarchy2"/>
    <dgm:cxn modelId="{0E10064F-3981-4910-9981-DD92D3A8129B}" type="presParOf" srcId="{C1ED82E4-A846-4F95-80D6-B5F5D453FF21}" destId="{4E5C560F-0310-4468-86D0-1E8272488573}" srcOrd="4" destOrd="0" presId="urn:microsoft.com/office/officeart/2005/8/layout/hierarchy2"/>
    <dgm:cxn modelId="{ACD142E2-8231-4FF6-B1C0-B094A84348D1}" type="presParOf" srcId="{4E5C560F-0310-4468-86D0-1E8272488573}" destId="{E2F04C4E-115D-4AD8-87F9-3CECDD9DDD83}" srcOrd="0" destOrd="0" presId="urn:microsoft.com/office/officeart/2005/8/layout/hierarchy2"/>
    <dgm:cxn modelId="{46BC8740-11C2-4BF2-BAF9-7E1999645538}" type="presParOf" srcId="{C1ED82E4-A846-4F95-80D6-B5F5D453FF21}" destId="{36FDDBD6-C7E2-4910-B42F-5CF681661E65}" srcOrd="5" destOrd="0" presId="urn:microsoft.com/office/officeart/2005/8/layout/hierarchy2"/>
    <dgm:cxn modelId="{D4710B75-D45B-4845-8489-AA950AB82AD4}" type="presParOf" srcId="{36FDDBD6-C7E2-4910-B42F-5CF681661E65}" destId="{182F5780-33AF-45AF-826F-215FF4A2F071}" srcOrd="0" destOrd="0" presId="urn:microsoft.com/office/officeart/2005/8/layout/hierarchy2"/>
    <dgm:cxn modelId="{D9AC1626-6199-4201-B164-2B428CEF6A1F}" type="presParOf" srcId="{36FDDBD6-C7E2-4910-B42F-5CF681661E65}" destId="{5E803522-E085-4B2C-8B83-5AFC6CEA8B6A}" srcOrd="1" destOrd="0" presId="urn:microsoft.com/office/officeart/2005/8/layout/hierarchy2"/>
    <dgm:cxn modelId="{E824F72D-59CB-475A-8420-003CAFEBAA33}" type="presParOf" srcId="{C1ED82E4-A846-4F95-80D6-B5F5D453FF21}" destId="{75BA05EC-C96A-46D5-986B-25B276A6BA62}" srcOrd="6" destOrd="0" presId="urn:microsoft.com/office/officeart/2005/8/layout/hierarchy2"/>
    <dgm:cxn modelId="{37578081-8BB9-46B7-9D1B-4EAF6465EE07}" type="presParOf" srcId="{75BA05EC-C96A-46D5-986B-25B276A6BA62}" destId="{DF5A29F2-023D-4EE5-8749-82C9F5DBB1FC}" srcOrd="0" destOrd="0" presId="urn:microsoft.com/office/officeart/2005/8/layout/hierarchy2"/>
    <dgm:cxn modelId="{0CB0DFDA-B234-4562-80A0-8CADE3B38A85}" type="presParOf" srcId="{C1ED82E4-A846-4F95-80D6-B5F5D453FF21}" destId="{D58E8C4B-E6F1-4E92-9661-B3D09E8596E1}" srcOrd="7" destOrd="0" presId="urn:microsoft.com/office/officeart/2005/8/layout/hierarchy2"/>
    <dgm:cxn modelId="{F86B41A7-C388-4DFB-92DA-6A9D1C820278}" type="presParOf" srcId="{D58E8C4B-E6F1-4E92-9661-B3D09E8596E1}" destId="{26E59223-5C9E-454B-A1E0-01376F4B635D}" srcOrd="0" destOrd="0" presId="urn:microsoft.com/office/officeart/2005/8/layout/hierarchy2"/>
    <dgm:cxn modelId="{A811E9CB-1263-41E5-81D6-B872DF502FB1}" type="presParOf" srcId="{D58E8C4B-E6F1-4E92-9661-B3D09E8596E1}" destId="{DF466EB4-9B19-40E8-ACF0-62339E47076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988F6-6695-42D1-8456-A272D1CB779F}">
      <dsp:nvSpPr>
        <dsp:cNvPr id="0" name=""/>
        <dsp:cNvSpPr/>
      </dsp:nvSpPr>
      <dsp:spPr>
        <a:xfrm>
          <a:off x="303765" y="971682"/>
          <a:ext cx="1900310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my-restful-</a:t>
          </a:r>
          <a:r>
            <a:rPr lang="en-IN" sz="2000" kern="1200" dirty="0" err="1"/>
            <a:t>api</a:t>
          </a:r>
          <a:r>
            <a:rPr lang="en-IN" sz="2000" kern="1200" dirty="0"/>
            <a:t>/</a:t>
          </a:r>
          <a:endParaRPr lang="en-GH" sz="2000" kern="1200" dirty="0"/>
        </a:p>
      </dsp:txBody>
      <dsp:txXfrm>
        <a:off x="323456" y="991373"/>
        <a:ext cx="1860928" cy="632904"/>
      </dsp:txXfrm>
    </dsp:sp>
    <dsp:sp modelId="{A9D5D145-BF0B-4F65-8801-F0AB20C4302C}">
      <dsp:nvSpPr>
        <dsp:cNvPr id="0" name=""/>
        <dsp:cNvSpPr/>
      </dsp:nvSpPr>
      <dsp:spPr>
        <a:xfrm rot="19457599">
          <a:off x="2141821" y="1101241"/>
          <a:ext cx="66233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62338" y="1330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2456431" y="1097985"/>
        <a:ext cx="33116" cy="33116"/>
      </dsp:txXfrm>
    </dsp:sp>
    <dsp:sp modelId="{7E3EA4DB-C617-4D96-A751-7F61478E7CAF}">
      <dsp:nvSpPr>
        <dsp:cNvPr id="0" name=""/>
        <dsp:cNvSpPr/>
      </dsp:nvSpPr>
      <dsp:spPr>
        <a:xfrm>
          <a:off x="2741904" y="585118"/>
          <a:ext cx="134457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index.html</a:t>
          </a:r>
          <a:endParaRPr lang="en-GH" sz="2000" kern="1200" dirty="0"/>
        </a:p>
      </dsp:txBody>
      <dsp:txXfrm>
        <a:off x="2761595" y="604809"/>
        <a:ext cx="1305190" cy="632904"/>
      </dsp:txXfrm>
    </dsp:sp>
    <dsp:sp modelId="{6C85A48F-85D4-4FEC-88F2-396C55811606}">
      <dsp:nvSpPr>
        <dsp:cNvPr id="0" name=""/>
        <dsp:cNvSpPr/>
      </dsp:nvSpPr>
      <dsp:spPr>
        <a:xfrm rot="2142401">
          <a:off x="2141821" y="1487805"/>
          <a:ext cx="66233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62338" y="1330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2456431" y="1484549"/>
        <a:ext cx="33116" cy="33116"/>
      </dsp:txXfrm>
    </dsp:sp>
    <dsp:sp modelId="{A1C9B804-AA64-4BB0-BFBB-A50DF0BCECAC}">
      <dsp:nvSpPr>
        <dsp:cNvPr id="0" name=""/>
        <dsp:cNvSpPr/>
      </dsp:nvSpPr>
      <dsp:spPr>
        <a:xfrm>
          <a:off x="2741904" y="1358247"/>
          <a:ext cx="134457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api/</a:t>
          </a:r>
          <a:endParaRPr lang="en-GH" sz="2000" kern="1200" dirty="0"/>
        </a:p>
      </dsp:txBody>
      <dsp:txXfrm>
        <a:off x="2761595" y="1377938"/>
        <a:ext cx="1305190" cy="632904"/>
      </dsp:txXfrm>
    </dsp:sp>
    <dsp:sp modelId="{28796FF8-0F1B-497E-91AE-B955DD09E0EC}">
      <dsp:nvSpPr>
        <dsp:cNvPr id="0" name=""/>
        <dsp:cNvSpPr/>
      </dsp:nvSpPr>
      <dsp:spPr>
        <a:xfrm rot="17500715">
          <a:off x="3627414" y="1004600"/>
          <a:ext cx="1455954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455954" y="1330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4318992" y="981503"/>
        <a:ext cx="72797" cy="72797"/>
      </dsp:txXfrm>
    </dsp:sp>
    <dsp:sp modelId="{1CEB5ECA-4489-467D-B629-134B34C17704}">
      <dsp:nvSpPr>
        <dsp:cNvPr id="0" name=""/>
        <dsp:cNvSpPr/>
      </dsp:nvSpPr>
      <dsp:spPr>
        <a:xfrm>
          <a:off x="4624305" y="5271"/>
          <a:ext cx="134457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config/</a:t>
          </a:r>
          <a:endParaRPr lang="en-GH" sz="2000" kern="1200" dirty="0"/>
        </a:p>
      </dsp:txBody>
      <dsp:txXfrm>
        <a:off x="4643996" y="24962"/>
        <a:ext cx="1305190" cy="632904"/>
      </dsp:txXfrm>
    </dsp:sp>
    <dsp:sp modelId="{63EFFE22-861C-4D3C-8368-B8D1C562FE00}">
      <dsp:nvSpPr>
        <dsp:cNvPr id="0" name=""/>
        <dsp:cNvSpPr/>
      </dsp:nvSpPr>
      <dsp:spPr>
        <a:xfrm>
          <a:off x="5968877" y="328112"/>
          <a:ext cx="53782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537828" y="1330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6224346" y="327969"/>
        <a:ext cx="26891" cy="26891"/>
      </dsp:txXfrm>
    </dsp:sp>
    <dsp:sp modelId="{AD710E94-9285-4649-A94A-8918874C832D}">
      <dsp:nvSpPr>
        <dsp:cNvPr id="0" name=""/>
        <dsp:cNvSpPr/>
      </dsp:nvSpPr>
      <dsp:spPr>
        <a:xfrm>
          <a:off x="6506706" y="5271"/>
          <a:ext cx="160859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database.php</a:t>
          </a:r>
          <a:endParaRPr lang="en-GH" sz="2000" kern="1200" dirty="0"/>
        </a:p>
      </dsp:txBody>
      <dsp:txXfrm>
        <a:off x="6526397" y="24962"/>
        <a:ext cx="1569210" cy="632904"/>
      </dsp:txXfrm>
    </dsp:sp>
    <dsp:sp modelId="{1FAC1006-444C-4BC2-B786-A070CECD5FF9}">
      <dsp:nvSpPr>
        <dsp:cNvPr id="0" name=""/>
        <dsp:cNvSpPr/>
      </dsp:nvSpPr>
      <dsp:spPr>
        <a:xfrm rot="18770822">
          <a:off x="3959954" y="1391164"/>
          <a:ext cx="790874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790874" y="1330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4335619" y="1384695"/>
        <a:ext cx="39543" cy="39543"/>
      </dsp:txXfrm>
    </dsp:sp>
    <dsp:sp modelId="{2556DC0E-307C-40E4-9D74-4FCE6A58F329}">
      <dsp:nvSpPr>
        <dsp:cNvPr id="0" name=""/>
        <dsp:cNvSpPr/>
      </dsp:nvSpPr>
      <dsp:spPr>
        <a:xfrm>
          <a:off x="4624305" y="778400"/>
          <a:ext cx="134457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objects/</a:t>
          </a:r>
          <a:endParaRPr lang="en-GH" sz="2000" kern="1200" dirty="0"/>
        </a:p>
      </dsp:txBody>
      <dsp:txXfrm>
        <a:off x="4643996" y="798091"/>
        <a:ext cx="1305190" cy="632904"/>
      </dsp:txXfrm>
    </dsp:sp>
    <dsp:sp modelId="{5B4A575F-D054-4CBD-BD9D-EB14678120B3}">
      <dsp:nvSpPr>
        <dsp:cNvPr id="0" name=""/>
        <dsp:cNvSpPr/>
      </dsp:nvSpPr>
      <dsp:spPr>
        <a:xfrm>
          <a:off x="5968877" y="1101241"/>
          <a:ext cx="53782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537828" y="1330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6224346" y="1101097"/>
        <a:ext cx="26891" cy="26891"/>
      </dsp:txXfrm>
    </dsp:sp>
    <dsp:sp modelId="{785EC158-4797-46EE-AE67-512AE540F0B6}">
      <dsp:nvSpPr>
        <dsp:cNvPr id="0" name=""/>
        <dsp:cNvSpPr/>
      </dsp:nvSpPr>
      <dsp:spPr>
        <a:xfrm>
          <a:off x="6506706" y="778400"/>
          <a:ext cx="134457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user.php</a:t>
          </a:r>
          <a:endParaRPr lang="en-GH" sz="2000" kern="1200" dirty="0"/>
        </a:p>
      </dsp:txBody>
      <dsp:txXfrm>
        <a:off x="6526397" y="798091"/>
        <a:ext cx="1305190" cy="632904"/>
      </dsp:txXfrm>
    </dsp:sp>
    <dsp:sp modelId="{88B59BC2-ABF7-45E7-8E5C-762EB76B9273}">
      <dsp:nvSpPr>
        <dsp:cNvPr id="0" name=""/>
        <dsp:cNvSpPr/>
      </dsp:nvSpPr>
      <dsp:spPr>
        <a:xfrm rot="4099285">
          <a:off x="3627414" y="2357575"/>
          <a:ext cx="1455954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455954" y="1330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4318992" y="2334479"/>
        <a:ext cx="72797" cy="72797"/>
      </dsp:txXfrm>
    </dsp:sp>
    <dsp:sp modelId="{DD0D26D3-9F37-43A9-9EA9-4CC6254EC7AA}">
      <dsp:nvSpPr>
        <dsp:cNvPr id="0" name=""/>
        <dsp:cNvSpPr/>
      </dsp:nvSpPr>
      <dsp:spPr>
        <a:xfrm>
          <a:off x="4624305" y="2711222"/>
          <a:ext cx="134457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user/</a:t>
          </a:r>
          <a:endParaRPr lang="en-GH" sz="2000" kern="1200" dirty="0"/>
        </a:p>
      </dsp:txBody>
      <dsp:txXfrm>
        <a:off x="4643996" y="2730913"/>
        <a:ext cx="1305190" cy="632904"/>
      </dsp:txXfrm>
    </dsp:sp>
    <dsp:sp modelId="{357507E6-B07F-400F-94F1-D0728D2F5002}">
      <dsp:nvSpPr>
        <dsp:cNvPr id="0" name=""/>
        <dsp:cNvSpPr/>
      </dsp:nvSpPr>
      <dsp:spPr>
        <a:xfrm rot="17692822">
          <a:off x="5598622" y="2454216"/>
          <a:ext cx="127833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278338" y="1330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6205833" y="2435560"/>
        <a:ext cx="63916" cy="63916"/>
      </dsp:txXfrm>
    </dsp:sp>
    <dsp:sp modelId="{E1791D48-224B-4DE0-83C7-164A9BC6AEB9}">
      <dsp:nvSpPr>
        <dsp:cNvPr id="0" name=""/>
        <dsp:cNvSpPr/>
      </dsp:nvSpPr>
      <dsp:spPr>
        <a:xfrm>
          <a:off x="6506706" y="1551529"/>
          <a:ext cx="134457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create.php</a:t>
          </a:r>
          <a:endParaRPr lang="en-GH" sz="2000" kern="1200" dirty="0"/>
        </a:p>
      </dsp:txBody>
      <dsp:txXfrm>
        <a:off x="6526397" y="1571220"/>
        <a:ext cx="1305190" cy="632904"/>
      </dsp:txXfrm>
    </dsp:sp>
    <dsp:sp modelId="{F836E16F-2CC5-408A-B938-1399DB0ADC8F}">
      <dsp:nvSpPr>
        <dsp:cNvPr id="0" name=""/>
        <dsp:cNvSpPr/>
      </dsp:nvSpPr>
      <dsp:spPr>
        <a:xfrm rot="19457599">
          <a:off x="5906622" y="2840781"/>
          <a:ext cx="66233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62338" y="1330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6221233" y="2837525"/>
        <a:ext cx="33116" cy="33116"/>
      </dsp:txXfrm>
    </dsp:sp>
    <dsp:sp modelId="{863D33C1-C58B-4C93-ABCD-F0C841676642}">
      <dsp:nvSpPr>
        <dsp:cNvPr id="0" name=""/>
        <dsp:cNvSpPr/>
      </dsp:nvSpPr>
      <dsp:spPr>
        <a:xfrm>
          <a:off x="6506706" y="2324658"/>
          <a:ext cx="134457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read.php</a:t>
          </a:r>
          <a:endParaRPr lang="en-GH" sz="2000" kern="1200" dirty="0"/>
        </a:p>
      </dsp:txBody>
      <dsp:txXfrm>
        <a:off x="6526397" y="2344349"/>
        <a:ext cx="1305190" cy="632904"/>
      </dsp:txXfrm>
    </dsp:sp>
    <dsp:sp modelId="{4E5C560F-0310-4468-86D0-1E8272488573}">
      <dsp:nvSpPr>
        <dsp:cNvPr id="0" name=""/>
        <dsp:cNvSpPr/>
      </dsp:nvSpPr>
      <dsp:spPr>
        <a:xfrm rot="2142401">
          <a:off x="5906622" y="3227345"/>
          <a:ext cx="66233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62338" y="1330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6221233" y="3224089"/>
        <a:ext cx="33116" cy="33116"/>
      </dsp:txXfrm>
    </dsp:sp>
    <dsp:sp modelId="{182F5780-33AF-45AF-826F-215FF4A2F071}">
      <dsp:nvSpPr>
        <dsp:cNvPr id="0" name=""/>
        <dsp:cNvSpPr/>
      </dsp:nvSpPr>
      <dsp:spPr>
        <a:xfrm>
          <a:off x="6506706" y="3097787"/>
          <a:ext cx="134457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update.php</a:t>
          </a:r>
          <a:endParaRPr lang="en-GH" sz="2000" kern="1200" dirty="0"/>
        </a:p>
      </dsp:txBody>
      <dsp:txXfrm>
        <a:off x="6526397" y="3117478"/>
        <a:ext cx="1305190" cy="632904"/>
      </dsp:txXfrm>
    </dsp:sp>
    <dsp:sp modelId="{75BA05EC-C96A-46D5-986B-25B276A6BA62}">
      <dsp:nvSpPr>
        <dsp:cNvPr id="0" name=""/>
        <dsp:cNvSpPr/>
      </dsp:nvSpPr>
      <dsp:spPr>
        <a:xfrm rot="3907178">
          <a:off x="5598622" y="3613910"/>
          <a:ext cx="127833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278338" y="1330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H" sz="2000" kern="1200"/>
        </a:p>
      </dsp:txBody>
      <dsp:txXfrm>
        <a:off x="6205833" y="3595254"/>
        <a:ext cx="63916" cy="63916"/>
      </dsp:txXfrm>
    </dsp:sp>
    <dsp:sp modelId="{26E59223-5C9E-454B-A1E0-01376F4B635D}">
      <dsp:nvSpPr>
        <dsp:cNvPr id="0" name=""/>
        <dsp:cNvSpPr/>
      </dsp:nvSpPr>
      <dsp:spPr>
        <a:xfrm>
          <a:off x="6506706" y="3870916"/>
          <a:ext cx="1344572" cy="672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delete.php</a:t>
          </a:r>
          <a:endParaRPr lang="en-GH" sz="2000" kern="1200" dirty="0"/>
        </a:p>
      </dsp:txBody>
      <dsp:txXfrm>
        <a:off x="6526397" y="3890607"/>
        <a:ext cx="1305190" cy="6329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33EEC-B47C-49E8-B84F-34B93CEE99AD}" type="datetimeFigureOut">
              <a:rPr lang="en-GH" smtClean="0"/>
              <a:t>14/11/2024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FEFE0-2319-461A-A752-96B5F86327A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2912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FEFE0-2319-461A-A752-96B5F86327A5}" type="slidenum">
              <a:rPr lang="en-GH" smtClean="0"/>
              <a:t>27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225793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CB06-7A98-8707-D626-4A8E5635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AD868-F0D7-F577-C002-A1DB790FA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C521C-7823-E481-6DF5-9E29960B7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0CCA8-97C2-5203-E763-CCEB7A03E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FEFE0-2319-461A-A752-96B5F86327A5}" type="slidenum">
              <a:rPr lang="en-GH" smtClean="0"/>
              <a:t>28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035953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4F6C5-01B1-9BF0-B796-63CA1F83B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867CD-8D3D-386E-9077-DF47728A5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2FBB5-0AE0-8EB1-67B4-A645BEEE4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80BFF-903D-A3CA-75D8-980653EF6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FEFE0-2319-461A-A752-96B5F86327A5}" type="slidenum">
              <a:rPr lang="en-GH" smtClean="0"/>
              <a:t>29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7007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0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9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2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5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5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3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7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2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8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6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08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89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13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51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02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5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410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79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403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23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2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9">
            <a:extLst>
              <a:ext uri="{FF2B5EF4-FFF2-40B4-BE49-F238E27FC236}">
                <a16:creationId xmlns:a16="http://schemas.microsoft.com/office/drawing/2014/main" id="{ADC1A0AE-A0C7-CD4A-0BAB-8EBC26398050}"/>
              </a:ext>
            </a:extLst>
          </p:cNvPr>
          <p:cNvSpPr/>
          <p:nvPr/>
        </p:nvSpPr>
        <p:spPr>
          <a:xfrm flipV="1">
            <a:off x="222485" y="6626648"/>
            <a:ext cx="8752840" cy="220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465" y="129540"/>
            <a:ext cx="8681519" cy="1162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100" y="1386039"/>
            <a:ext cx="8681519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23601"/>
            <a:ext cx="3086100" cy="215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0341" y="6615830"/>
            <a:ext cx="2057400" cy="231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university&#10;&#10;Description automatically generate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0" y="6355380"/>
            <a:ext cx="588010" cy="485140"/>
          </a:xfrm>
          <a:prstGeom prst="rect">
            <a:avLst/>
          </a:prstGeom>
        </p:spPr>
      </p:pic>
      <p:sp>
        <p:nvSpPr>
          <p:cNvPr id="9" name="Rectangles 9">
            <a:extLst>
              <a:ext uri="{FF2B5EF4-FFF2-40B4-BE49-F238E27FC236}">
                <a16:creationId xmlns:a16="http://schemas.microsoft.com/office/drawing/2014/main" id="{E634ECF9-3972-2CC8-4938-4B4BFD28C772}"/>
              </a:ext>
            </a:extLst>
          </p:cNvPr>
          <p:cNvSpPr/>
          <p:nvPr/>
        </p:nvSpPr>
        <p:spPr>
          <a:xfrm flipV="1">
            <a:off x="14806" y="7014"/>
            <a:ext cx="9108241" cy="390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0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+mj-lt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9"/>
          <p:cNvSpPr/>
          <p:nvPr/>
        </p:nvSpPr>
        <p:spPr>
          <a:xfrm flipV="1">
            <a:off x="222485" y="6626648"/>
            <a:ext cx="8752840" cy="220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465" y="129540"/>
            <a:ext cx="8681519" cy="1162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100" y="1386039"/>
            <a:ext cx="8681519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23601"/>
            <a:ext cx="3086100" cy="215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0341" y="6615830"/>
            <a:ext cx="2057400" cy="231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university&#10;&#10;Description automatically generate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0" y="6355380"/>
            <a:ext cx="588010" cy="485140"/>
          </a:xfrm>
          <a:prstGeom prst="rect">
            <a:avLst/>
          </a:prstGeom>
        </p:spPr>
      </p:pic>
      <p:sp>
        <p:nvSpPr>
          <p:cNvPr id="9" name="Rectangles 9"/>
          <p:cNvSpPr/>
          <p:nvPr/>
        </p:nvSpPr>
        <p:spPr>
          <a:xfrm flipV="1">
            <a:off x="14806" y="7014"/>
            <a:ext cx="9108241" cy="390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2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+mj-lt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my-restful-api/index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Frontend-Backend Communication with PHP</a:t>
            </a:r>
            <a:br>
              <a:rPr lang="en-GH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 Govindha Ramaiah Yeluripati</a:t>
            </a:r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768AC-CEEE-2837-35FA-CA657F2BE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6F12-7C25-291E-A1F2-74995F542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in PHP</a:t>
            </a:r>
          </a:p>
          <a:p>
            <a:r>
              <a:rPr lang="en-US" dirty="0"/>
              <a:t>Working with Forms</a:t>
            </a:r>
          </a:p>
          <a:p>
            <a:r>
              <a:rPr lang="en-US" dirty="0"/>
              <a:t>JavaScript 'fetch' API</a:t>
            </a:r>
          </a:p>
          <a:p>
            <a:r>
              <a:rPr lang="en-IN" dirty="0"/>
              <a:t>RESTful APIs in PHP</a:t>
            </a:r>
          </a:p>
          <a:p>
            <a:r>
              <a:rPr lang="en-IN" dirty="0"/>
              <a:t>Error Handling and Debugging</a:t>
            </a:r>
          </a:p>
          <a:p>
            <a:r>
              <a:rPr lang="en-IN" dirty="0"/>
              <a:t>Sessions and Cookies</a:t>
            </a:r>
          </a:p>
          <a:p>
            <a:r>
              <a:rPr lang="en-IN" dirty="0"/>
              <a:t>Security Essentials</a:t>
            </a:r>
          </a:p>
        </p:txBody>
      </p:sp>
    </p:spTree>
    <p:extLst>
      <p:ext uri="{BB962C8B-B14F-4D97-AF65-F5344CB8AC3E}">
        <p14:creationId xmlns:p14="http://schemas.microsoft.com/office/powerpoint/2010/main" val="145555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58F5-B5D4-78F3-B0FA-76CB36F3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in PHP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4E28E-26C8-08E9-E436-705481510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is the basis for client-server communication</a:t>
            </a:r>
          </a:p>
          <a:p>
            <a:r>
              <a:rPr lang="en-US" dirty="0"/>
              <a:t>Most common methods to handle input in PHP: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Form input</a:t>
            </a:r>
          </a:p>
          <a:p>
            <a:pPr lvl="1"/>
            <a:r>
              <a:rPr lang="en-US" b="1" u="sng" dirty="0"/>
              <a:t>Sanitize input </a:t>
            </a:r>
            <a:r>
              <a:rPr lang="en-US" dirty="0"/>
              <a:t>to protect against security risks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File Uploads</a:t>
            </a:r>
            <a:endParaRPr lang="en-US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Cookies and sessions</a:t>
            </a:r>
          </a:p>
          <a:p>
            <a:pPr marL="457200" indent="-457200">
              <a:buFont typeface="+mj-lt"/>
              <a:buAutoNum type="arabicParenR"/>
            </a:pPr>
            <a:r>
              <a:rPr lang="en-IN" dirty="0"/>
              <a:t>Command-Line Argument (CLI)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Other forms of user interactions/requests (Actions, Events) that may not involve data transfer also may trigger client-server communication. 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4444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04F2-622B-66B1-7831-2452EDAC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</a:t>
            </a:r>
            <a:r>
              <a:rPr lang="en-IN" dirty="0" err="1"/>
              <a:t>Superglobals</a:t>
            </a:r>
            <a:r>
              <a:rPr lang="en-IN" dirty="0"/>
              <a:t> for Input Handling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CC075-C066-F52E-EA88-B792CAD52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>
                <a:solidFill>
                  <a:srgbClr val="0070C0"/>
                </a:solidFill>
              </a:rPr>
              <a:t>Superglobals</a:t>
            </a:r>
            <a:r>
              <a:rPr lang="en-IN" dirty="0"/>
              <a:t> are </a:t>
            </a:r>
            <a:r>
              <a:rPr lang="en-IN" u="sng" dirty="0"/>
              <a:t>p</a:t>
            </a:r>
            <a:r>
              <a:rPr lang="en-US" u="sng" dirty="0"/>
              <a:t>redefined arrays </a:t>
            </a:r>
            <a:r>
              <a:rPr lang="en-US" dirty="0"/>
              <a:t>that are globally accessible across all scopes.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Used to handle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input data,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session information,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server details, and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environment settings. </a:t>
            </a:r>
          </a:p>
        </p:txBody>
      </p:sp>
    </p:spTree>
    <p:extLst>
      <p:ext uri="{BB962C8B-B14F-4D97-AF65-F5344CB8AC3E}">
        <p14:creationId xmlns:p14="http://schemas.microsoft.com/office/powerpoint/2010/main" val="340741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2BE9-DE24-DF3D-22A9-98CCCA5F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53614-0A42-679A-7C2A-BA7DB9CE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Superglobal</a:t>
            </a:r>
            <a:r>
              <a:rPr lang="en-IN" dirty="0"/>
              <a:t> Variables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42A4A-233E-9DA0-2708-501E29A45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$_GET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Used to collect data sent to the server via the </a:t>
            </a:r>
            <a:r>
              <a:rPr lang="en-US" dirty="0">
                <a:solidFill>
                  <a:srgbClr val="C00000"/>
                </a:solidFill>
              </a:rPr>
              <a:t>HTTP GET </a:t>
            </a:r>
            <a:r>
              <a:rPr lang="en-US" dirty="0"/>
              <a:t>method.</a:t>
            </a:r>
          </a:p>
          <a:p>
            <a:r>
              <a:rPr lang="en-US" dirty="0"/>
              <a:t>Often used to retrieve query parameters from the URL.</a:t>
            </a:r>
          </a:p>
          <a:p>
            <a:endParaRPr lang="en-US" dirty="0"/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dirty="0">
                <a:solidFill>
                  <a:srgbClr val="C00000"/>
                </a:solidFill>
              </a:rPr>
              <a:t>$_GET['id'] </a:t>
            </a:r>
            <a:r>
              <a:rPr lang="en-US" dirty="0"/>
              <a:t>retrieves the id parameter from the URL: 	</a:t>
            </a:r>
            <a:r>
              <a:rPr lang="en-US" dirty="0">
                <a:solidFill>
                  <a:srgbClr val="0070C0"/>
                </a:solidFill>
              </a:rPr>
              <a:t>example.com/</a:t>
            </a:r>
            <a:r>
              <a:rPr lang="en-US" dirty="0" err="1">
                <a:solidFill>
                  <a:srgbClr val="0070C0"/>
                </a:solidFill>
              </a:rPr>
              <a:t>page.php?id</a:t>
            </a:r>
            <a:r>
              <a:rPr lang="en-US" dirty="0">
                <a:solidFill>
                  <a:srgbClr val="0070C0"/>
                </a:solidFill>
              </a:rPr>
              <a:t>=5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dirty="0">
                <a:solidFill>
                  <a:srgbClr val="C00000"/>
                </a:solidFill>
              </a:rPr>
              <a:t>$_GET['name'] </a:t>
            </a:r>
            <a:r>
              <a:rPr lang="en-US" dirty="0"/>
              <a:t>retrieves the name parameter from the URL: </a:t>
            </a:r>
            <a:r>
              <a:rPr lang="en-US" dirty="0">
                <a:solidFill>
                  <a:srgbClr val="0070C0"/>
                </a:solidFill>
              </a:rPr>
              <a:t>	 example.com/</a:t>
            </a:r>
            <a:r>
              <a:rPr lang="en-US" dirty="0" err="1">
                <a:solidFill>
                  <a:srgbClr val="0070C0"/>
                </a:solidFill>
              </a:rPr>
              <a:t>page.php?name</a:t>
            </a:r>
            <a:r>
              <a:rPr lang="en-US" dirty="0">
                <a:solidFill>
                  <a:srgbClr val="0070C0"/>
                </a:solidFill>
              </a:rPr>
              <a:t>=John</a:t>
            </a:r>
          </a:p>
        </p:txBody>
      </p:sp>
    </p:spTree>
    <p:extLst>
      <p:ext uri="{BB962C8B-B14F-4D97-AF65-F5344CB8AC3E}">
        <p14:creationId xmlns:p14="http://schemas.microsoft.com/office/powerpoint/2010/main" val="4251433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F474-4F1F-CDDC-AB2E-E50132F1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771BE-65E8-BF1E-538C-787D5068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Superglobal</a:t>
            </a:r>
            <a:r>
              <a:rPr lang="en-IN" dirty="0"/>
              <a:t> Variables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6842E-C104-F00E-8790-19DFD9A3F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$_POST</a:t>
            </a:r>
          </a:p>
          <a:p>
            <a:r>
              <a:rPr lang="en-US" dirty="0"/>
              <a:t>Used to collect </a:t>
            </a:r>
            <a:r>
              <a:rPr lang="en-US" u="sng" dirty="0"/>
              <a:t>form data </a:t>
            </a:r>
            <a:r>
              <a:rPr lang="en-US" dirty="0"/>
              <a:t>sent to the server via the </a:t>
            </a:r>
            <a:r>
              <a:rPr lang="en-US" dirty="0">
                <a:solidFill>
                  <a:srgbClr val="C00000"/>
                </a:solidFill>
              </a:rPr>
              <a:t>HTTP POST </a:t>
            </a:r>
            <a:r>
              <a:rPr lang="en-US" dirty="0"/>
              <a:t>method.</a:t>
            </a:r>
          </a:p>
          <a:p>
            <a:r>
              <a:rPr lang="en-US" dirty="0"/>
              <a:t>Preferred for handling </a:t>
            </a:r>
            <a:r>
              <a:rPr lang="en-US" u="sng" dirty="0"/>
              <a:t>sensitive data</a:t>
            </a:r>
            <a:r>
              <a:rPr lang="en-US" dirty="0"/>
              <a:t>, as data sent with </a:t>
            </a:r>
            <a:r>
              <a:rPr lang="en-US" dirty="0">
                <a:solidFill>
                  <a:srgbClr val="C00000"/>
                </a:solidFill>
              </a:rPr>
              <a:t>POST</a:t>
            </a:r>
            <a:r>
              <a:rPr lang="en-US" dirty="0"/>
              <a:t> does not appear in the URL.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$_POST['username'] </a:t>
            </a:r>
            <a:r>
              <a:rPr lang="en-US" dirty="0"/>
              <a:t>retrieves data from an HTML form field 	with </a:t>
            </a:r>
            <a:r>
              <a:rPr lang="en-US" dirty="0">
                <a:solidFill>
                  <a:srgbClr val="0070C0"/>
                </a:solidFill>
              </a:rPr>
              <a:t>name="username"</a:t>
            </a:r>
          </a:p>
        </p:txBody>
      </p:sp>
    </p:spTree>
    <p:extLst>
      <p:ext uri="{BB962C8B-B14F-4D97-AF65-F5344CB8AC3E}">
        <p14:creationId xmlns:p14="http://schemas.microsoft.com/office/powerpoint/2010/main" val="238669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1C024-4306-8372-4E3F-DC803ECE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2E25-FD67-915A-212D-3CBE881D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Superglobal</a:t>
            </a:r>
            <a:r>
              <a:rPr lang="en-IN" dirty="0"/>
              <a:t> Variables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B1C00-999A-01EB-B27D-68F383D07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$_REQUEST</a:t>
            </a:r>
          </a:p>
          <a:p>
            <a:r>
              <a:rPr lang="en-US" dirty="0"/>
              <a:t>Contains all data from </a:t>
            </a:r>
            <a:r>
              <a:rPr lang="en-US" dirty="0">
                <a:solidFill>
                  <a:srgbClr val="C00000"/>
                </a:solidFill>
              </a:rPr>
              <a:t>GET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POST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COOKIE</a:t>
            </a:r>
            <a:r>
              <a:rPr lang="en-US" dirty="0"/>
              <a:t> requests.</a:t>
            </a:r>
          </a:p>
          <a:p>
            <a:r>
              <a:rPr lang="en-US" dirty="0"/>
              <a:t>Although versatile, </a:t>
            </a:r>
            <a:r>
              <a:rPr lang="en-US" dirty="0">
                <a:solidFill>
                  <a:srgbClr val="C00000"/>
                </a:solidFill>
              </a:rPr>
              <a:t>$_REQUEST </a:t>
            </a:r>
            <a:r>
              <a:rPr lang="en-US" dirty="0"/>
              <a:t>is typically avoided when specific data sources (</a:t>
            </a:r>
            <a:r>
              <a:rPr lang="en-US" dirty="0">
                <a:solidFill>
                  <a:srgbClr val="C00000"/>
                </a:solidFill>
              </a:rPr>
              <a:t>GET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POST</a:t>
            </a:r>
            <a:r>
              <a:rPr lang="en-US" dirty="0"/>
              <a:t>) are expected for clarity and security.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$_REQUEST['email'] </a:t>
            </a:r>
            <a:r>
              <a:rPr lang="en-US" dirty="0"/>
              <a:t>would retrieve email from either </a:t>
            </a:r>
            <a:r>
              <a:rPr lang="en-US" dirty="0">
                <a:solidFill>
                  <a:srgbClr val="C00000"/>
                </a:solidFill>
              </a:rPr>
              <a:t>GET</a:t>
            </a:r>
            <a:r>
              <a:rPr lang="en-US" dirty="0"/>
              <a:t>, 	</a:t>
            </a:r>
            <a:r>
              <a:rPr lang="en-US" dirty="0">
                <a:solidFill>
                  <a:srgbClr val="C00000"/>
                </a:solidFill>
              </a:rPr>
              <a:t>POST</a:t>
            </a:r>
            <a:r>
              <a:rPr lang="en-US" dirty="0"/>
              <a:t>, or </a:t>
            </a:r>
            <a:r>
              <a:rPr lang="en-US" dirty="0">
                <a:solidFill>
                  <a:srgbClr val="C00000"/>
                </a:solidFill>
              </a:rPr>
              <a:t>COOKIE</a:t>
            </a:r>
            <a:r>
              <a:rPr lang="en-US" dirty="0"/>
              <a:t> data.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NB</a:t>
            </a:r>
            <a:r>
              <a:rPr lang="en-US" dirty="0">
                <a:solidFill>
                  <a:srgbClr val="0070C0"/>
                </a:solidFill>
              </a:rPr>
              <a:t>: using unique values for the </a:t>
            </a:r>
            <a:r>
              <a:rPr lang="en-US" b="1" dirty="0">
                <a:solidFill>
                  <a:srgbClr val="FF0066"/>
                </a:solidFill>
              </a:rPr>
              <a:t>name</a:t>
            </a:r>
            <a:r>
              <a:rPr lang="en-US" dirty="0">
                <a:solidFill>
                  <a:srgbClr val="0070C0"/>
                </a:solidFill>
              </a:rPr>
              <a:t> attribute in form fields is crucial for clarity and to avoid data conflicts</a:t>
            </a:r>
          </a:p>
        </p:txBody>
      </p:sp>
    </p:spTree>
    <p:extLst>
      <p:ext uri="{BB962C8B-B14F-4D97-AF65-F5344CB8AC3E}">
        <p14:creationId xmlns:p14="http://schemas.microsoft.com/office/powerpoint/2010/main" val="211869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D13E-6B76-CBD2-F485-FA07D32F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F8790-2682-3355-5F03-DC92F26F2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Superglobal</a:t>
            </a:r>
            <a:r>
              <a:rPr lang="en-IN" dirty="0"/>
              <a:t> Variables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7283A-F88C-E937-19DC-33C80C106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$_SESSION</a:t>
            </a:r>
          </a:p>
          <a:p>
            <a:r>
              <a:rPr lang="en-US" dirty="0"/>
              <a:t>Used to store user </a:t>
            </a:r>
            <a:r>
              <a:rPr lang="en-US" u="sng" dirty="0"/>
              <a:t>session data </a:t>
            </a:r>
            <a:r>
              <a:rPr lang="en-US" dirty="0"/>
              <a:t>across multiple pages.</a:t>
            </a:r>
          </a:p>
          <a:p>
            <a:r>
              <a:rPr lang="en-US" dirty="0"/>
              <a:t>Session data persists as long as the user’s session is active, which is useful for tracking logged-in users.</a:t>
            </a:r>
          </a:p>
          <a:p>
            <a:endParaRPr lang="en-US" dirty="0"/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$_SESSION['</a:t>
            </a:r>
            <a:r>
              <a:rPr lang="en-US" dirty="0" err="1">
                <a:solidFill>
                  <a:srgbClr val="C00000"/>
                </a:solidFill>
              </a:rPr>
              <a:t>user_id</a:t>
            </a:r>
            <a:r>
              <a:rPr lang="en-US" dirty="0">
                <a:solidFill>
                  <a:srgbClr val="C00000"/>
                </a:solidFill>
              </a:rPr>
              <a:t>'] = 123;</a:t>
            </a:r>
            <a:r>
              <a:rPr lang="en-US" dirty="0"/>
              <a:t> //stores a user ID in the session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dirty="0">
                <a:solidFill>
                  <a:srgbClr val="C00000"/>
                </a:solidFill>
              </a:rPr>
              <a:t>$_SESSION['theme'] = 'dark'; </a:t>
            </a:r>
            <a:r>
              <a:rPr lang="en-US" dirty="0"/>
              <a:t>//stores the theme preference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$_SESSION['cart'] = ['item1' =&gt; 2, 'item2' =&gt; 1]; </a:t>
            </a:r>
            <a:r>
              <a:rPr lang="en-US" dirty="0"/>
              <a:t>// stores 	items and their quantities in the shopping cart</a:t>
            </a:r>
          </a:p>
        </p:txBody>
      </p:sp>
    </p:spTree>
    <p:extLst>
      <p:ext uri="{BB962C8B-B14F-4D97-AF65-F5344CB8AC3E}">
        <p14:creationId xmlns:p14="http://schemas.microsoft.com/office/powerpoint/2010/main" val="644053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91A3-3A4C-C6FC-9215-EF0BEC971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43C2-5C3E-935B-719B-372EE980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Superglobal</a:t>
            </a:r>
            <a:r>
              <a:rPr lang="en-IN" dirty="0"/>
              <a:t> Variables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37CE2-E670-5ACB-DEE4-36B9D7EE1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$_COOKIE</a:t>
            </a:r>
          </a:p>
          <a:p>
            <a:r>
              <a:rPr lang="en-US" dirty="0"/>
              <a:t>Used to retrieve </a:t>
            </a:r>
            <a:r>
              <a:rPr lang="en-US" u="sng" dirty="0"/>
              <a:t>data stored in cookies</a:t>
            </a:r>
            <a:r>
              <a:rPr lang="en-US" dirty="0"/>
              <a:t>, which are small pieces of data saved on the user’s device.</a:t>
            </a:r>
          </a:p>
          <a:p>
            <a:r>
              <a:rPr lang="en-US" dirty="0"/>
              <a:t>Cookies persist even after the session ends, so they are commonly used for preferences, tracking,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$_COOKIE['theme'] </a:t>
            </a:r>
            <a:r>
              <a:rPr lang="en-US" dirty="0"/>
              <a:t>retrieves the value of a cookie named 	theme.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5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4F01F-B97A-AD8D-DDBA-7CE8D456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A0CC-95A7-05D5-D0E0-0A2C40A67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Superglobal</a:t>
            </a:r>
            <a:r>
              <a:rPr lang="en-IN" dirty="0"/>
              <a:t> Variables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C028B-A83D-CD55-43D6-FB29B1A62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$_FILES</a:t>
            </a:r>
          </a:p>
          <a:p>
            <a:r>
              <a:rPr lang="en-US" dirty="0"/>
              <a:t>Used for handling file uploads in PHP.</a:t>
            </a:r>
          </a:p>
          <a:p>
            <a:r>
              <a:rPr lang="en-US" dirty="0"/>
              <a:t>Contains information about files uploaded via a form, including file name, size, type, and temporary file path.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$_FILES['file']['name'] </a:t>
            </a:r>
            <a:r>
              <a:rPr lang="en-US" dirty="0"/>
              <a:t>retrieves the original name of an 	uploaded file with name="file" in the form.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227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8FC2-8903-98C9-D916-DAFC0D0A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934C-DB90-9D38-4285-23C1D5CD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Superglobal</a:t>
            </a:r>
            <a:r>
              <a:rPr lang="en-IN" dirty="0"/>
              <a:t> Variables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1CA1F-0A0A-B4CF-C521-2756B0B0E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$_ENV</a:t>
            </a:r>
          </a:p>
          <a:p>
            <a:r>
              <a:rPr lang="en-US" dirty="0"/>
              <a:t>Contains environment variables, typically set outside PHP, like in a web server or operating system configuration.</a:t>
            </a:r>
          </a:p>
          <a:p>
            <a:r>
              <a:rPr lang="en-US" dirty="0"/>
              <a:t>Useful for configuration details that should not be hardcoded (e.g., database credentials).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$_ENV['</a:t>
            </a:r>
            <a:r>
              <a:rPr lang="en-US" dirty="0" err="1">
                <a:solidFill>
                  <a:srgbClr val="C00000"/>
                </a:solidFill>
              </a:rPr>
              <a:t>DB_HOST</a:t>
            </a:r>
            <a:r>
              <a:rPr lang="en-US" dirty="0">
                <a:solidFill>
                  <a:srgbClr val="C00000"/>
                </a:solidFill>
              </a:rPr>
              <a:t>']</a:t>
            </a:r>
            <a:r>
              <a:rPr lang="en-US" dirty="0"/>
              <a:t> could retrieve the database host if it’s 	defined as an environment variable.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89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EF49-DD01-22DD-4944-C00B3C4A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AE9D-D4CE-AB6D-A32A-21EE8637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Superglobal</a:t>
            </a:r>
            <a:r>
              <a:rPr lang="en-IN" dirty="0"/>
              <a:t> Variables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361D3-E0AE-EE23-2D2B-DC9663E3B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$_SERVER</a:t>
            </a:r>
          </a:p>
          <a:p>
            <a:r>
              <a:rPr lang="en-US" dirty="0"/>
              <a:t>Provides information about the server environment and the client’s request.</a:t>
            </a:r>
          </a:p>
          <a:p>
            <a:r>
              <a:rPr lang="en-US" dirty="0"/>
              <a:t>Useful data includes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request method ($_SERVER['</a:t>
            </a:r>
            <a:r>
              <a:rPr lang="en-US" dirty="0" err="1"/>
              <a:t>REQUEST_METHOD</a:t>
            </a:r>
            <a:r>
              <a:rPr lang="en-US" dirty="0"/>
              <a:t>']),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client IP address ($_SERVER['</a:t>
            </a:r>
            <a:r>
              <a:rPr lang="en-US" dirty="0" err="1"/>
              <a:t>REMOTE_ADDR</a:t>
            </a:r>
            <a:r>
              <a:rPr lang="en-US" dirty="0"/>
              <a:t>']), and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server software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$_SERVER['</a:t>
            </a:r>
            <a:r>
              <a:rPr lang="en-US" dirty="0" err="1">
                <a:solidFill>
                  <a:srgbClr val="C00000"/>
                </a:solidFill>
              </a:rPr>
              <a:t>HTTP_USER_AGENT</a:t>
            </a:r>
            <a:r>
              <a:rPr lang="en-US" dirty="0">
                <a:solidFill>
                  <a:srgbClr val="C00000"/>
                </a:solidFill>
              </a:rPr>
              <a:t>'] </a:t>
            </a:r>
            <a:r>
              <a:rPr lang="en-US" dirty="0"/>
              <a:t>retrieves information about 	the client’s browser.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858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F1C2E-BA5C-1FC6-9286-22C33F5B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9DA52-5F0C-63F2-0C4E-11BE04EC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Superglobal</a:t>
            </a:r>
            <a:r>
              <a:rPr lang="en-IN" dirty="0"/>
              <a:t> Variables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38A7E-8C6D-B46D-A306-88CB6A503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$</a:t>
            </a:r>
            <a:r>
              <a:rPr lang="en-US" sz="2800" b="1" dirty="0" err="1">
                <a:solidFill>
                  <a:srgbClr val="FF0000"/>
                </a:solidFill>
              </a:rPr>
              <a:t>GLOBALS</a:t>
            </a:r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dirty="0"/>
              <a:t>Contains references to </a:t>
            </a:r>
            <a:r>
              <a:rPr lang="en-US" u="sng" dirty="0"/>
              <a:t>all global variables </a:t>
            </a:r>
            <a:r>
              <a:rPr lang="en-US" dirty="0"/>
              <a:t>in the current script. </a:t>
            </a:r>
          </a:p>
          <a:p>
            <a:r>
              <a:rPr lang="en-US" dirty="0"/>
              <a:t>Contains references to </a:t>
            </a:r>
            <a:r>
              <a:rPr lang="en-US" u="sng" dirty="0" err="1"/>
              <a:t>superglobals</a:t>
            </a:r>
            <a:r>
              <a:rPr lang="en-US" u="sng" dirty="0"/>
              <a:t> </a:t>
            </a:r>
            <a:r>
              <a:rPr lang="en-US" dirty="0"/>
              <a:t>too.</a:t>
            </a:r>
          </a:p>
          <a:p>
            <a:r>
              <a:rPr lang="en-US" dirty="0"/>
              <a:t>Allows access to any variable from anywhere in the script by its name.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$</a:t>
            </a:r>
            <a:r>
              <a:rPr lang="en-US" dirty="0" err="1">
                <a:solidFill>
                  <a:srgbClr val="C00000"/>
                </a:solidFill>
              </a:rPr>
              <a:t>GLOBALS</a:t>
            </a:r>
            <a:r>
              <a:rPr lang="en-US" dirty="0">
                <a:solidFill>
                  <a:srgbClr val="C00000"/>
                </a:solidFill>
              </a:rPr>
              <a:t>['</a:t>
            </a:r>
            <a:r>
              <a:rPr lang="en-US" dirty="0" err="1">
                <a:solidFill>
                  <a:srgbClr val="C00000"/>
                </a:solidFill>
              </a:rPr>
              <a:t>varName</a:t>
            </a:r>
            <a:r>
              <a:rPr lang="en-US" dirty="0">
                <a:solidFill>
                  <a:srgbClr val="C00000"/>
                </a:solidFill>
              </a:rPr>
              <a:t>'] </a:t>
            </a:r>
            <a:r>
              <a:rPr lang="en-US" dirty="0"/>
              <a:t>would allow access to a variable 	named $</a:t>
            </a:r>
            <a:r>
              <a:rPr lang="en-US" dirty="0" err="1"/>
              <a:t>varName</a:t>
            </a:r>
            <a:r>
              <a:rPr lang="en-US" dirty="0"/>
              <a:t> from any scope.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104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DA08-3A9A-13F5-2533-EC0D5FC3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 Input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F50A5-2990-3B1D-51C1-EFD333AD1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most common sources of data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method </a:t>
            </a:r>
            <a:r>
              <a:rPr lang="en-US" dirty="0"/>
              <a:t>attribute in the HTML </a:t>
            </a:r>
            <a:r>
              <a:rPr lang="en-US" b="1" dirty="0">
                <a:solidFill>
                  <a:srgbClr val="0070C0"/>
                </a:solidFill>
              </a:rPr>
              <a:t>&lt;form&gt; </a:t>
            </a:r>
            <a:r>
              <a:rPr lang="en-US" dirty="0"/>
              <a:t>element is used to specify the request type/method like </a:t>
            </a:r>
            <a:r>
              <a:rPr lang="en-US" b="1" dirty="0">
                <a:solidFill>
                  <a:srgbClr val="008600"/>
                </a:solidFill>
              </a:rPr>
              <a:t>POST</a:t>
            </a:r>
            <a:r>
              <a:rPr lang="en-US" dirty="0"/>
              <a:t> or </a:t>
            </a:r>
            <a:r>
              <a:rPr lang="en-US" b="1" dirty="0">
                <a:solidFill>
                  <a:srgbClr val="008600"/>
                </a:solidFill>
              </a:rPr>
              <a:t>GET</a:t>
            </a:r>
            <a:r>
              <a:rPr lang="en-US" dirty="0"/>
              <a:t>.</a:t>
            </a:r>
          </a:p>
          <a:p>
            <a:r>
              <a:rPr lang="en-US" dirty="0"/>
              <a:t>Example (HTML form) – Client-side code: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(</a:t>
            </a:r>
            <a:r>
              <a:rPr lang="en-US" dirty="0" err="1"/>
              <a:t>php</a:t>
            </a:r>
            <a:r>
              <a:rPr lang="en-US" dirty="0"/>
              <a:t>) – Server-side code:</a:t>
            </a:r>
            <a:endParaRPr lang="en-GH" dirty="0"/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9F071-B9CA-D3C0-804F-D9565720B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100" y="3055485"/>
            <a:ext cx="4960008" cy="1790835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CFB426-B1FD-FC97-E785-1ACD24A26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00" y="5407492"/>
            <a:ext cx="3429479" cy="98121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27708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B49DC-6EAD-40FD-5578-A5F0A944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CE0E-9F74-1E9C-65D4-BA91B217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 Input: Sanitizing Input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F7541-97BC-24D5-42F2-25E8E3475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IMPORTANT</a:t>
            </a:r>
            <a:r>
              <a:rPr lang="en-US" dirty="0"/>
              <a:t>: Use functions like </a:t>
            </a:r>
            <a:r>
              <a:rPr lang="en-US" b="1" dirty="0" err="1">
                <a:solidFill>
                  <a:srgbClr val="0070C0"/>
                </a:solidFill>
              </a:rPr>
              <a:t>htmlspecialchars</a:t>
            </a:r>
            <a:r>
              <a:rPr lang="en-US" b="1" dirty="0">
                <a:solidFill>
                  <a:srgbClr val="0070C0"/>
                </a:solidFill>
              </a:rPr>
              <a:t>() </a:t>
            </a:r>
            <a:r>
              <a:rPr lang="en-US" dirty="0"/>
              <a:t>and </a:t>
            </a:r>
            <a:r>
              <a:rPr lang="en-US" b="1" dirty="0" err="1">
                <a:solidFill>
                  <a:srgbClr val="0070C0"/>
                </a:solidFill>
              </a:rPr>
              <a:t>filter_var</a:t>
            </a:r>
            <a:r>
              <a:rPr lang="en-US" b="1" dirty="0">
                <a:solidFill>
                  <a:srgbClr val="0070C0"/>
                </a:solidFill>
              </a:rPr>
              <a:t>() </a:t>
            </a:r>
            <a:r>
              <a:rPr lang="en-US" dirty="0"/>
              <a:t>to sanitize and validate input.</a:t>
            </a:r>
          </a:p>
          <a:p>
            <a:r>
              <a:rPr lang="en-US" dirty="0"/>
              <a:t>This will prevent cross-site scripting (</a:t>
            </a:r>
            <a:r>
              <a:rPr lang="en-US" dirty="0" err="1"/>
              <a:t>XSS</a:t>
            </a:r>
            <a:r>
              <a:rPr lang="en-US" dirty="0"/>
              <a:t>)  and SQL injection attacks.</a:t>
            </a:r>
          </a:p>
          <a:p>
            <a:r>
              <a:rPr lang="en-US" dirty="0"/>
              <a:t>Example (</a:t>
            </a:r>
            <a:r>
              <a:rPr lang="en-US" dirty="0" err="1"/>
              <a:t>php</a:t>
            </a:r>
            <a:r>
              <a:rPr lang="en-US" dirty="0"/>
              <a:t>) – </a:t>
            </a:r>
            <a:r>
              <a:rPr lang="en-US" dirty="0">
                <a:solidFill>
                  <a:srgbClr val="FF0000"/>
                </a:solidFill>
              </a:rPr>
              <a:t>INSECURE</a:t>
            </a:r>
            <a:r>
              <a:rPr lang="en-US" dirty="0"/>
              <a:t> Server-side code: (</a:t>
            </a:r>
            <a:r>
              <a:rPr lang="en-US" dirty="0">
                <a:solidFill>
                  <a:srgbClr val="FF0000"/>
                </a:solidFill>
              </a:rPr>
              <a:t>Not recommended</a:t>
            </a:r>
            <a:r>
              <a:rPr lang="en-US" dirty="0"/>
              <a:t>)</a:t>
            </a:r>
            <a:endParaRPr lang="en-GH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Example (</a:t>
            </a:r>
            <a:r>
              <a:rPr lang="en-US" dirty="0" err="1"/>
              <a:t>php</a:t>
            </a:r>
            <a:r>
              <a:rPr lang="en-US" dirty="0"/>
              <a:t>) – </a:t>
            </a:r>
            <a:r>
              <a:rPr lang="en-US" dirty="0">
                <a:solidFill>
                  <a:srgbClr val="008600"/>
                </a:solidFill>
              </a:rPr>
              <a:t>SECURE</a:t>
            </a:r>
            <a:r>
              <a:rPr lang="en-US" dirty="0"/>
              <a:t> Server-side code: (</a:t>
            </a:r>
            <a:r>
              <a:rPr lang="en-US" dirty="0">
                <a:solidFill>
                  <a:srgbClr val="008600"/>
                </a:solidFill>
              </a:rPr>
              <a:t>Recommended</a:t>
            </a:r>
            <a:r>
              <a:rPr lang="en-US" dirty="0"/>
              <a:t>)</a:t>
            </a:r>
            <a:endParaRPr lang="en-GH" dirty="0"/>
          </a:p>
          <a:p>
            <a:endParaRPr lang="en-IN" dirty="0"/>
          </a:p>
          <a:p>
            <a:endParaRPr lang="en-GH" dirty="0"/>
          </a:p>
          <a:p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E109C-4036-20E3-5AF2-80CD1771E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760" y="3429000"/>
            <a:ext cx="3429479" cy="981212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BCB8D0-3B9A-2F7A-3DFA-8F0280ECC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06" y="5471961"/>
            <a:ext cx="7356204" cy="689961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723615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EECD-5A50-B536-8055-43BB41B5B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Exercise 1: Simple Form-based Client-Server Communication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79F39-E7ED-BF32-C7F4-6D84978B6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8600"/>
                </a:solidFill>
              </a:rPr>
              <a:t>Simple Form Submission with PHP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Create a simple HTML form with two fields: </a:t>
            </a:r>
            <a:r>
              <a:rPr lang="en-US" dirty="0">
                <a:solidFill>
                  <a:srgbClr val="0070C0"/>
                </a:solidFill>
              </a:rPr>
              <a:t>name (text)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age (number)</a:t>
            </a:r>
            <a:r>
              <a:rPr lang="en-US" dirty="0"/>
              <a:t>. The form should submit data to a PHP script using the POST method.</a:t>
            </a:r>
          </a:p>
          <a:p>
            <a:pPr marL="0" indent="0">
              <a:buNone/>
            </a:pPr>
            <a:r>
              <a:rPr lang="en-US" dirty="0"/>
              <a:t>In the PHP script, retrieve the submitted </a:t>
            </a:r>
            <a:r>
              <a:rPr lang="en-US" dirty="0">
                <a:solidFill>
                  <a:srgbClr val="0070C0"/>
                </a:solidFill>
              </a:rPr>
              <a:t>name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age</a:t>
            </a:r>
            <a:r>
              <a:rPr lang="en-US" dirty="0"/>
              <a:t> values using </a:t>
            </a:r>
            <a:r>
              <a:rPr lang="en-US" dirty="0">
                <a:solidFill>
                  <a:srgbClr val="FF0000"/>
                </a:solidFill>
              </a:rPr>
              <a:t>$_POST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Display a greeting message using these values (e.g., "Hello, [name]! You are [age] years old."). Add basic validation in PHP to check if the fields are empty and display an error message if they are. </a:t>
            </a:r>
          </a:p>
          <a:p>
            <a:pPr marL="0" indent="0">
              <a:buNone/>
            </a:pPr>
            <a:r>
              <a:rPr lang="en-US" u="sng" dirty="0"/>
              <a:t>Expected Output</a:t>
            </a:r>
            <a:r>
              <a:rPr lang="en-US" dirty="0"/>
              <a:t>: The PHP script should respond with a personalized message or an error if the form is submitted empty.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30052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1EF75-2D2C-90E1-C2F6-CD2015E18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B790-E9DB-22A2-41AC-34B1AD45C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Exercise2: Simple Form-based Client-Server Communication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2B8FE-ED35-2FDA-91CE-85F18F30E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8600"/>
                </a:solidFill>
              </a:rPr>
              <a:t>Simple Form Submission with PHP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Practice handling basic form input (</a:t>
            </a:r>
            <a:r>
              <a:rPr lang="en-US" dirty="0">
                <a:solidFill>
                  <a:srgbClr val="0070C0"/>
                </a:solidFill>
              </a:rPr>
              <a:t>email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color</a:t>
            </a:r>
            <a:r>
              <a:rPr lang="en-US" dirty="0"/>
              <a:t>) using PHP’s </a:t>
            </a:r>
            <a:r>
              <a:rPr lang="en-US" dirty="0">
                <a:solidFill>
                  <a:srgbClr val="C00000"/>
                </a:solidFill>
              </a:rPr>
              <a:t>$_POST </a:t>
            </a:r>
            <a:r>
              <a:rPr lang="en-US" dirty="0" err="1"/>
              <a:t>superglobal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Create an HTML form that collects an email address (email), a favorite color (color). Submit the form data to a PHP script using the </a:t>
            </a:r>
            <a:r>
              <a:rPr lang="en-US" dirty="0">
                <a:solidFill>
                  <a:srgbClr val="C00000"/>
                </a:solidFill>
              </a:rPr>
              <a:t>POST</a:t>
            </a:r>
            <a:r>
              <a:rPr lang="en-US" dirty="0"/>
              <a:t> method. In the </a:t>
            </a:r>
            <a:r>
              <a:rPr lang="en-US" dirty="0" err="1"/>
              <a:t>php</a:t>
            </a:r>
            <a:r>
              <a:rPr lang="en-US" dirty="0"/>
              <a:t> script, retrieve and display the email and color in a greeting message.</a:t>
            </a:r>
          </a:p>
          <a:p>
            <a:pPr marL="0" indent="0">
              <a:buNone/>
            </a:pPr>
            <a:r>
              <a:rPr lang="en-US" dirty="0"/>
              <a:t>e.g., "Your email is [email], and your favorite color is [color]").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065607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25C7-CBCA-C6E5-8287-3D0BF1A3A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 Input: Performing CRUD operations in Database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9402B-C316-53E2-12FB-40A4FF5E3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perform CRUD (Create, Read, Update, Delete) operations using form-based input in PHP.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>
                <a:solidFill>
                  <a:srgbClr val="008600"/>
                </a:solidFill>
              </a:rPr>
              <a:t>Create</a:t>
            </a:r>
            <a:r>
              <a:rPr lang="en-US" dirty="0">
                <a:solidFill>
                  <a:srgbClr val="008600"/>
                </a:solidFill>
              </a:rPr>
              <a:t> (Insert Data):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Use an HTML form to gather input data from the user (e.g., name, age, etc.).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On form submission, use the </a:t>
            </a:r>
            <a:r>
              <a:rPr lang="en-US" dirty="0">
                <a:solidFill>
                  <a:srgbClr val="FF0000"/>
                </a:solidFill>
              </a:rPr>
              <a:t>POST</a:t>
            </a:r>
            <a:r>
              <a:rPr lang="en-US" dirty="0"/>
              <a:t> method to send data to a PHP script.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 the PHP script, use an </a:t>
            </a:r>
            <a:r>
              <a:rPr lang="en-US" b="1" dirty="0">
                <a:solidFill>
                  <a:srgbClr val="FF0000"/>
                </a:solidFill>
              </a:rPr>
              <a:t>INSERT</a:t>
            </a:r>
            <a:r>
              <a:rPr lang="en-US" dirty="0"/>
              <a:t> SQL statement to add the data to the database.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05270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096F2-44F8-CDAD-2D38-B92A95BB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ECB6-F521-AD3A-DC12-0E1085882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 Input: Performing CRUD operations in Database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003EB-0424-A11C-C0B6-7F63A8046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b="1" dirty="0">
                <a:solidFill>
                  <a:srgbClr val="008600"/>
                </a:solidFill>
              </a:rPr>
              <a:t>Create</a:t>
            </a:r>
            <a:r>
              <a:rPr lang="en-US" dirty="0">
                <a:solidFill>
                  <a:srgbClr val="008600"/>
                </a:solidFill>
              </a:rPr>
              <a:t> (Insert Data) </a:t>
            </a:r>
            <a:r>
              <a:rPr lang="en-US" dirty="0">
                <a:solidFill>
                  <a:srgbClr val="0070C0"/>
                </a:solidFill>
              </a:rPr>
              <a:t>Example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F6E136-752B-E257-72E9-14B858B77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95" y="1811372"/>
            <a:ext cx="8202205" cy="42663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F4248-50AC-131F-452C-746256ABFE46}"/>
              </a:ext>
            </a:extLst>
          </p:cNvPr>
          <p:cNvSpPr txBox="1"/>
          <p:nvPr/>
        </p:nvSpPr>
        <p:spPr>
          <a:xfrm>
            <a:off x="4686300" y="2697480"/>
            <a:ext cx="2148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Do not forget to sanitize and validate</a:t>
            </a:r>
            <a:endParaRPr lang="en-GH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8B0950-58C4-5DFC-4429-89A253104DC1}"/>
              </a:ext>
            </a:extLst>
          </p:cNvPr>
          <p:cNvCxnSpPr>
            <a:endCxn id="6" idx="1"/>
          </p:cNvCxnSpPr>
          <p:nvPr/>
        </p:nvCxnSpPr>
        <p:spPr>
          <a:xfrm>
            <a:off x="4000500" y="2937510"/>
            <a:ext cx="685800" cy="83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719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1FBB0-A09D-1210-9EFB-443B22FC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BB17-1A8F-C391-7591-4733F5A06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 Input: Performing CRUD operations in Database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B7A0C-2AE9-FEEE-1167-6ED0F48B2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 startAt="2"/>
            </a:pPr>
            <a:r>
              <a:rPr lang="en-US" b="1" dirty="0">
                <a:solidFill>
                  <a:srgbClr val="008600"/>
                </a:solidFill>
              </a:rPr>
              <a:t>Read </a:t>
            </a:r>
            <a:r>
              <a:rPr lang="en-US" dirty="0">
                <a:solidFill>
                  <a:srgbClr val="008600"/>
                </a:solidFill>
              </a:rPr>
              <a:t>(Display Data) </a:t>
            </a:r>
            <a:r>
              <a:rPr lang="en-US" dirty="0"/>
              <a:t>with</a:t>
            </a:r>
            <a:r>
              <a:rPr lang="en-US" dirty="0">
                <a:solidFill>
                  <a:srgbClr val="00860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Example</a:t>
            </a:r>
            <a:endParaRPr lang="en-US" dirty="0">
              <a:solidFill>
                <a:srgbClr val="0086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Fetch data from the database using a </a:t>
            </a:r>
            <a:r>
              <a:rPr lang="en-US" b="1" dirty="0">
                <a:solidFill>
                  <a:srgbClr val="FF0000"/>
                </a:solidFill>
              </a:rPr>
              <a:t>SELECT</a:t>
            </a:r>
            <a:r>
              <a:rPr lang="en-US" dirty="0"/>
              <a:t> SQL query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Display the data on a webpage by embedding PHP within HTML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1D48A-A0BB-3100-394F-BB976F93D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07" y="2918754"/>
            <a:ext cx="7744906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34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0823-8195-CC2F-D7DA-36C12289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8F339-E10F-81FF-D764-F297C6C5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 Input: Performing CRUD operations in Database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9E65C-42A5-44F1-49F2-596212861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 startAt="3"/>
            </a:pPr>
            <a:r>
              <a:rPr lang="en-US" b="1" dirty="0">
                <a:solidFill>
                  <a:srgbClr val="008600"/>
                </a:solidFill>
              </a:rPr>
              <a:t>Update </a:t>
            </a:r>
            <a:r>
              <a:rPr lang="en-US" dirty="0">
                <a:solidFill>
                  <a:srgbClr val="008600"/>
                </a:solidFill>
              </a:rPr>
              <a:t>(Edit Data):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Use a form to allow the user to input new data to update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Send the updated data along with the ID of the record to a PHP script, typically using POST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 the PHP script, use an </a:t>
            </a:r>
            <a:r>
              <a:rPr lang="en-US" dirty="0">
                <a:solidFill>
                  <a:srgbClr val="FF0000"/>
                </a:solidFill>
              </a:rPr>
              <a:t>UPDATE</a:t>
            </a:r>
            <a:r>
              <a:rPr lang="en-US" dirty="0"/>
              <a:t> SQL statement to change the data.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104605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68F64-30ED-A133-3867-907FBE16D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7C90-9EA0-0A3E-8022-199EE2F73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 Input: Performing CRUD operations in Database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E2188-30F4-6EDD-E211-8351EA513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 startAt="3"/>
            </a:pPr>
            <a:r>
              <a:rPr lang="en-US" b="1" dirty="0">
                <a:solidFill>
                  <a:srgbClr val="008600"/>
                </a:solidFill>
              </a:rPr>
              <a:t>Update </a:t>
            </a:r>
            <a:r>
              <a:rPr lang="en-US" dirty="0">
                <a:solidFill>
                  <a:srgbClr val="008600"/>
                </a:solidFill>
              </a:rPr>
              <a:t>(Edit Data) </a:t>
            </a:r>
            <a:r>
              <a:rPr lang="en-US" dirty="0">
                <a:solidFill>
                  <a:srgbClr val="0070C0"/>
                </a:solidFill>
              </a:rPr>
              <a:t>Example</a:t>
            </a:r>
            <a:endParaRPr lang="en-US" dirty="0">
              <a:solidFill>
                <a:srgbClr val="0086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283001-40B3-D212-317D-4F7CF206D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09" y="1983777"/>
            <a:ext cx="8399075" cy="426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51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C4937-529E-6F6C-7741-1CC0DBB7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6E81-0936-30C9-D0BB-ECCEE831F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 Input: Performing CRUD operations in Database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1B845-971C-8892-0479-A3E0FF148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 startAt="4"/>
            </a:pPr>
            <a:r>
              <a:rPr lang="en-US" b="1" dirty="0">
                <a:solidFill>
                  <a:srgbClr val="008600"/>
                </a:solidFill>
              </a:rPr>
              <a:t>Delete </a:t>
            </a:r>
            <a:r>
              <a:rPr lang="en-US" dirty="0">
                <a:solidFill>
                  <a:srgbClr val="008600"/>
                </a:solidFill>
              </a:rPr>
              <a:t>(Remove Data) </a:t>
            </a:r>
            <a:r>
              <a:rPr lang="en-US" dirty="0"/>
              <a:t>with</a:t>
            </a:r>
            <a:r>
              <a:rPr lang="en-US" dirty="0">
                <a:solidFill>
                  <a:srgbClr val="00860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Example</a:t>
            </a:r>
            <a:endParaRPr lang="en-US" dirty="0">
              <a:solidFill>
                <a:srgbClr val="0086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Use a form or a button to select the record to delete.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Send the ID of the record to a PHP script using POST.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Use a </a:t>
            </a:r>
            <a:r>
              <a:rPr lang="en-US" dirty="0">
                <a:solidFill>
                  <a:srgbClr val="FF0000"/>
                </a:solidFill>
              </a:rPr>
              <a:t>DELETE</a:t>
            </a:r>
            <a:r>
              <a:rPr lang="en-US" dirty="0"/>
              <a:t> SQL statement in the PHP to remove the record.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D6E74-1A0E-4BFB-0B04-28F6E5E61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5" y="3188970"/>
            <a:ext cx="7937302" cy="336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23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3C1C-53AF-38C5-782C-7928F786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Performing Database CRUD Operations with Form Input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56571-16B0-DE48-B0FD-5CBD67E6D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 PHP-based CRUD application to manage a simple database table, </a:t>
            </a:r>
            <a:r>
              <a:rPr lang="en-US" b="1" dirty="0">
                <a:solidFill>
                  <a:srgbClr val="FF0000"/>
                </a:solidFill>
              </a:rPr>
              <a:t>users</a:t>
            </a:r>
            <a:r>
              <a:rPr lang="en-US" dirty="0"/>
              <a:t>, which contains fields </a:t>
            </a:r>
            <a:r>
              <a:rPr lang="en-US" dirty="0">
                <a:solidFill>
                  <a:srgbClr val="0070C0"/>
                </a:solidFill>
              </a:rPr>
              <a:t>id </a:t>
            </a:r>
            <a:r>
              <a:rPr lang="en-US" dirty="0"/>
              <a:t>(auto-increment primary key), </a:t>
            </a:r>
            <a:r>
              <a:rPr lang="en-US" dirty="0">
                <a:solidFill>
                  <a:srgbClr val="0070C0"/>
                </a:solidFill>
              </a:rPr>
              <a:t>name</a:t>
            </a:r>
            <a:r>
              <a:rPr lang="en-US" dirty="0"/>
              <a:t>, and </a:t>
            </a:r>
            <a:r>
              <a:rPr lang="en-US" dirty="0">
                <a:solidFill>
                  <a:srgbClr val="0070C0"/>
                </a:solidFill>
              </a:rPr>
              <a:t>age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8600"/>
                </a:solidFill>
              </a:rPr>
              <a:t>Idea</a:t>
            </a:r>
            <a:r>
              <a:rPr lang="en-US" dirty="0"/>
              <a:t>: </a:t>
            </a:r>
          </a:p>
          <a:p>
            <a:r>
              <a:rPr lang="en-US" dirty="0"/>
              <a:t>Create a MySQL database with a users table, as defined.</a:t>
            </a:r>
          </a:p>
          <a:p>
            <a:r>
              <a:rPr lang="en-US" dirty="0"/>
              <a:t>Build an HTML form interface in PHP to perform the following:</a:t>
            </a:r>
          </a:p>
          <a:p>
            <a:pPr lvl="1"/>
            <a:r>
              <a:rPr lang="en-US" dirty="0"/>
              <a:t>Create: Insert a new user with name and age.</a:t>
            </a:r>
          </a:p>
          <a:p>
            <a:pPr lvl="1"/>
            <a:r>
              <a:rPr lang="en-US" dirty="0"/>
              <a:t>Read: Display a list of all users in a table format.</a:t>
            </a:r>
          </a:p>
          <a:p>
            <a:pPr lvl="1"/>
            <a:r>
              <a:rPr lang="en-US" dirty="0"/>
              <a:t>Update: Modify a user’s name and age based on their ID.</a:t>
            </a:r>
          </a:p>
          <a:p>
            <a:pPr lvl="1"/>
            <a:r>
              <a:rPr lang="en-US" dirty="0"/>
              <a:t>Delete: Remove a user based on their ID.</a:t>
            </a:r>
          </a:p>
          <a:p>
            <a:r>
              <a:rPr lang="en-US" dirty="0"/>
              <a:t>Test each form-based action (Create, Read, Update, Delete) to ensure it interacts with the database correctly.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042122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B999-B729-50D2-E071-231D23DCA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 Input: File Uploads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C535D-B6A4-A293-D735-B45FF157C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66"/>
                </a:solidFill>
              </a:rPr>
              <a:t>Step 1</a:t>
            </a:r>
            <a:r>
              <a:rPr lang="en-US" dirty="0"/>
              <a:t>: Create an HTML form with the attribute                                    </a:t>
            </a:r>
            <a:r>
              <a:rPr lang="en-US" b="1" dirty="0">
                <a:solidFill>
                  <a:srgbClr val="C00000"/>
                </a:solidFill>
              </a:rPr>
              <a:t>enctype </a:t>
            </a:r>
            <a:r>
              <a:rPr lang="en-US" b="1" dirty="0"/>
              <a:t>= </a:t>
            </a:r>
            <a:r>
              <a:rPr lang="en-US" b="1" dirty="0">
                <a:solidFill>
                  <a:srgbClr val="008600"/>
                </a:solidFill>
              </a:rPr>
              <a:t>"multipart/form-data"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to allow file uploads. </a:t>
            </a:r>
          </a:p>
          <a:p>
            <a:pPr marL="0" indent="0">
              <a:buNone/>
            </a:pPr>
            <a:r>
              <a:rPr lang="en-US" dirty="0"/>
              <a:t>    The "</a:t>
            </a:r>
            <a:r>
              <a:rPr lang="en-US" b="1" dirty="0">
                <a:solidFill>
                  <a:srgbClr val="008600"/>
                </a:solidFill>
              </a:rPr>
              <a:t>file"</a:t>
            </a:r>
            <a:r>
              <a:rPr lang="en-US" dirty="0"/>
              <a:t> input</a:t>
            </a:r>
            <a:r>
              <a:rPr lang="en-US" dirty="0">
                <a:solidFill>
                  <a:srgbClr val="C00000"/>
                </a:solidFill>
              </a:rPr>
              <a:t> type </a:t>
            </a:r>
            <a:r>
              <a:rPr lang="en-US" dirty="0"/>
              <a:t>enables users to select a file.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Example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66"/>
                </a:solidFill>
              </a:rPr>
              <a:t>Step 2</a:t>
            </a:r>
            <a:r>
              <a:rPr lang="en-US" dirty="0"/>
              <a:t>: In the server-side PHP script '</a:t>
            </a:r>
            <a:r>
              <a:rPr lang="en-US" dirty="0" err="1"/>
              <a:t>upload.php</a:t>
            </a:r>
            <a:r>
              <a:rPr lang="en-US" dirty="0"/>
              <a:t>', write the code to handle the file upload. (</a:t>
            </a:r>
            <a:r>
              <a:rPr lang="en-US" dirty="0">
                <a:solidFill>
                  <a:srgbClr val="0070C0"/>
                </a:solidFill>
              </a:rPr>
              <a:t>Example uploaded to Canvas</a:t>
            </a:r>
            <a:r>
              <a:rPr lang="en-US" dirty="0"/>
              <a:t>)</a:t>
            </a:r>
          </a:p>
          <a:p>
            <a:r>
              <a:rPr lang="en-US" dirty="0"/>
              <a:t>PHP stores uploaded files in a temporary directory before it is decided choose a specific directory to store them permanently.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7DC5F9-4CCF-673B-07D1-5F26C8A75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65" y="3208859"/>
            <a:ext cx="7811590" cy="162900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648A24-1032-69D4-1721-6E4CE4FFD482}"/>
              </a:ext>
            </a:extLst>
          </p:cNvPr>
          <p:cNvCxnSpPr/>
          <p:nvPr/>
        </p:nvCxnSpPr>
        <p:spPr>
          <a:xfrm>
            <a:off x="3017520" y="2103120"/>
            <a:ext cx="3268980" cy="96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36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1E35-E33F-C939-E15D-B6E048FD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RESTful API Design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31A68-999F-116B-1E35-78753C4B6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 (Representational State Transfer) is an architectural style for designing Web applications.</a:t>
            </a:r>
          </a:p>
          <a:p>
            <a:endParaRPr lang="en-US" dirty="0"/>
          </a:p>
          <a:p>
            <a:r>
              <a:rPr lang="en-US" dirty="0"/>
              <a:t>A RESTful API in PHP is structured around: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solidFill>
                  <a:srgbClr val="0070C0"/>
                </a:solidFill>
              </a:rPr>
              <a:t>Resources</a:t>
            </a:r>
            <a:r>
              <a:rPr lang="en-US" dirty="0"/>
              <a:t>: Represented by URLs.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solidFill>
                  <a:srgbClr val="0070C0"/>
                </a:solidFill>
              </a:rPr>
              <a:t>HTTP Methods</a:t>
            </a:r>
            <a:r>
              <a:rPr lang="en-US" dirty="0"/>
              <a:t>: Commonly GET, POST, PUT / PATCH and DELETE.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solidFill>
                  <a:srgbClr val="0070C0"/>
                </a:solidFill>
              </a:rPr>
              <a:t>Status Codes</a:t>
            </a:r>
            <a:r>
              <a:rPr lang="en-US" dirty="0"/>
              <a:t>: For success (200s), errors (400s, 500s), etc.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solidFill>
                  <a:srgbClr val="0070C0"/>
                </a:solidFill>
              </a:rPr>
              <a:t>Data Formats</a:t>
            </a:r>
            <a:r>
              <a:rPr lang="en-US" dirty="0"/>
              <a:t>: Often JSON (JavaScript Object Notation) for data interchange.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460725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9068-801C-24F4-A5A7-21A8D4A73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FD08-EA21-8D66-057B-BADB21F3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RESTful API Design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7832A-3959-2089-13DB-47FD7AA82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66"/>
                </a:solidFill>
              </a:rPr>
              <a:t>STEP1</a:t>
            </a:r>
            <a:r>
              <a:rPr lang="en-IN" dirty="0"/>
              <a:t>: Create a directory structure for the project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>
                <a:solidFill>
                  <a:srgbClr val="008600"/>
                </a:solidFill>
              </a:rPr>
              <a:t>Example: </a:t>
            </a:r>
            <a:r>
              <a:rPr lang="en-IN" b="1" dirty="0">
                <a:solidFill>
                  <a:srgbClr val="FF0066"/>
                </a:solidFill>
                <a:sym typeface="Wingdings" panose="05000000000000000000" pitchFamily="2" charset="2"/>
              </a:rPr>
              <a:t></a:t>
            </a:r>
            <a:endParaRPr lang="en-GH" b="1" dirty="0">
              <a:solidFill>
                <a:srgbClr val="FF0066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5930B7A-D433-0E0B-7562-28BDA23691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7040958"/>
              </p:ext>
            </p:extLst>
          </p:nvPr>
        </p:nvGraphicFramePr>
        <p:xfrm>
          <a:off x="480060" y="2011680"/>
          <a:ext cx="8419064" cy="4548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6117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500D-9BB3-0AE1-ED1C-E2A6F3684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628D-0E0C-66E5-537C-9B8300D2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RESTful API Design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962ED-8DE1-EFD9-46A2-60B09B1CC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66"/>
                </a:solidFill>
              </a:rPr>
              <a:t>STEP1</a:t>
            </a:r>
            <a:r>
              <a:rPr lang="en-IN" dirty="0"/>
              <a:t>: Create a directory structure for the project </a:t>
            </a:r>
          </a:p>
          <a:p>
            <a:pPr marL="0" indent="0">
              <a:buNone/>
            </a:pPr>
            <a:r>
              <a:rPr lang="en-IN" dirty="0">
                <a:solidFill>
                  <a:srgbClr val="008600"/>
                </a:solidFill>
              </a:rPr>
              <a:t>Example: Explanation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The root project folder is </a:t>
            </a:r>
            <a:r>
              <a:rPr lang="en-IN" b="1" dirty="0"/>
              <a:t>my-restful-</a:t>
            </a:r>
            <a:r>
              <a:rPr lang="en-IN" b="1" dirty="0" err="1"/>
              <a:t>api</a:t>
            </a:r>
            <a:r>
              <a:rPr lang="en-IN" b="1" dirty="0"/>
              <a:t>/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The root folder contains an </a:t>
            </a:r>
            <a:r>
              <a:rPr lang="en-IN" b="1" dirty="0"/>
              <a:t>api/</a:t>
            </a:r>
            <a:r>
              <a:rPr lang="en-IN" dirty="0"/>
              <a:t> folder for the backend code and </a:t>
            </a:r>
            <a:r>
              <a:rPr lang="en-US" dirty="0"/>
              <a:t>an </a:t>
            </a:r>
            <a:r>
              <a:rPr lang="en-US" b="1" dirty="0"/>
              <a:t>index.html </a:t>
            </a:r>
            <a:r>
              <a:rPr lang="en-US" dirty="0"/>
              <a:t>file for the frontend</a:t>
            </a:r>
            <a:r>
              <a:rPr lang="en-IN" dirty="0"/>
              <a:t> code.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The </a:t>
            </a:r>
            <a:r>
              <a:rPr lang="en-IN" b="1" dirty="0"/>
              <a:t>api/</a:t>
            </a:r>
            <a:r>
              <a:rPr lang="en-IN" dirty="0"/>
              <a:t> folder contains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/>
              <a:t>a </a:t>
            </a:r>
            <a:r>
              <a:rPr lang="en-IN" sz="2200" b="1" dirty="0"/>
              <a:t>config/ </a:t>
            </a:r>
            <a:r>
              <a:rPr lang="en-IN" sz="2200" dirty="0"/>
              <a:t>folder for configuration files, for example, </a:t>
            </a:r>
            <a:r>
              <a:rPr lang="en-IN" sz="2200" b="1" dirty="0" err="1"/>
              <a:t>database.php</a:t>
            </a:r>
            <a:r>
              <a:rPr lang="en-IN" sz="2200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/>
              <a:t>an </a:t>
            </a:r>
            <a:r>
              <a:rPr lang="en-IN" sz="2200" b="1" dirty="0"/>
              <a:t>objects/</a:t>
            </a:r>
            <a:r>
              <a:rPr lang="en-IN" sz="2200" dirty="0"/>
              <a:t> folder for object (or resource) definitions, for example, </a:t>
            </a:r>
            <a:r>
              <a:rPr lang="en-IN" sz="2200" b="1" dirty="0" err="1"/>
              <a:t>user.php</a:t>
            </a:r>
            <a:r>
              <a:rPr lang="en-IN" sz="2200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/>
              <a:t>a </a:t>
            </a:r>
            <a:r>
              <a:rPr lang="en-IN" sz="2200" b="1" dirty="0"/>
              <a:t>user/</a:t>
            </a:r>
            <a:r>
              <a:rPr lang="en-IN" sz="2200" dirty="0"/>
              <a:t> folder that includes files for CRUD operations on the 'user' resource, for example, </a:t>
            </a:r>
            <a:r>
              <a:rPr lang="en-IN" sz="2200" b="1" dirty="0" err="1"/>
              <a:t>create.php</a:t>
            </a:r>
            <a:r>
              <a:rPr lang="en-IN" sz="2200" dirty="0"/>
              <a:t>, </a:t>
            </a:r>
            <a:r>
              <a:rPr lang="en-IN" sz="2200" b="1" dirty="0" err="1"/>
              <a:t>read.php</a:t>
            </a:r>
            <a:r>
              <a:rPr lang="en-IN" sz="2200" dirty="0"/>
              <a:t>, </a:t>
            </a:r>
            <a:r>
              <a:rPr lang="en-IN" sz="2200" b="1" dirty="0" err="1"/>
              <a:t>update.php</a:t>
            </a:r>
            <a:r>
              <a:rPr lang="en-IN" sz="2200" dirty="0"/>
              <a:t>, and </a:t>
            </a:r>
            <a:r>
              <a:rPr lang="en-IN" sz="2200" b="1" dirty="0" err="1"/>
              <a:t>delete.php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2397208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20717-3A20-A2DE-E982-809ABA5A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3AB4-10F7-62D1-5FE9-0B5A577B7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RESTful API Design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460E6-E6FB-EFED-C954-9EC5DF21A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66"/>
                </a:solidFill>
              </a:rPr>
              <a:t>STEP1</a:t>
            </a:r>
            <a:r>
              <a:rPr lang="en-IN" dirty="0"/>
              <a:t>: Create a directory structure for the project</a:t>
            </a:r>
          </a:p>
          <a:p>
            <a:pPr marL="0" indent="0">
              <a:buNone/>
            </a:pPr>
            <a:r>
              <a:rPr lang="en-IN" dirty="0">
                <a:solidFill>
                  <a:srgbClr val="008600"/>
                </a:solidFill>
              </a:rPr>
              <a:t>Example: Explanation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7CB07-7398-5DC3-55D3-FEC233523FA7}"/>
              </a:ext>
            </a:extLst>
          </p:cNvPr>
          <p:cNvSpPr txBox="1"/>
          <p:nvPr/>
        </p:nvSpPr>
        <p:spPr>
          <a:xfrm>
            <a:off x="603584" y="2280090"/>
            <a:ext cx="79552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End Point</a:t>
            </a:r>
            <a:r>
              <a:rPr lang="en-US" sz="2400" dirty="0"/>
              <a:t>: Each CRUD file (e.g., </a:t>
            </a:r>
            <a:r>
              <a:rPr lang="en-US" sz="2400" b="1" dirty="0" err="1"/>
              <a:t>create.php</a:t>
            </a:r>
            <a:r>
              <a:rPr lang="en-US" sz="2400" dirty="0"/>
              <a:t>, </a:t>
            </a:r>
            <a:r>
              <a:rPr lang="en-US" sz="2400" b="1" dirty="0" err="1"/>
              <a:t>read.php</a:t>
            </a:r>
            <a:r>
              <a:rPr lang="en-US" sz="2400" dirty="0"/>
              <a:t>) defines an endpoint for the API.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Files like </a:t>
            </a:r>
            <a:r>
              <a:rPr lang="en-US" sz="2400" b="1" dirty="0" err="1"/>
              <a:t>database.php</a:t>
            </a:r>
            <a:r>
              <a:rPr lang="en-US" sz="2400" b="1" dirty="0"/>
              <a:t> </a:t>
            </a:r>
            <a:r>
              <a:rPr lang="en-US" sz="2400" dirty="0"/>
              <a:t>and </a:t>
            </a:r>
            <a:r>
              <a:rPr lang="en-US" sz="2400" b="1" dirty="0" err="1"/>
              <a:t>user.php</a:t>
            </a:r>
            <a:r>
              <a:rPr lang="en-US" sz="2400" b="1" dirty="0"/>
              <a:t> </a:t>
            </a:r>
            <a:r>
              <a:rPr lang="en-US" sz="2400" dirty="0"/>
              <a:t>support the endpoints by handling database connections and defining the 'resource model'.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general, endpoints allow specific, organized access to different functionalities in an API. They go beyond CRUD and include Authentication (e.g., login, register), Account management (e.g., update profile), Search and filter etc. 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3372199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1EBA5-8114-EF01-61E8-3B48EC1F5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RESTful API Design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7C252-B75E-9C73-94E8-DAA029BF0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66"/>
                </a:solidFill>
              </a:rPr>
              <a:t>STEP 2</a:t>
            </a:r>
            <a:r>
              <a:rPr lang="en-IN" dirty="0"/>
              <a:t>:  </a:t>
            </a:r>
            <a:r>
              <a:rPr lang="en-US" dirty="0"/>
              <a:t>Setup Database</a:t>
            </a:r>
          </a:p>
          <a:p>
            <a:r>
              <a:rPr lang="en-US" dirty="0"/>
              <a:t>Create a MySQL database with a table for the resource </a:t>
            </a:r>
            <a:r>
              <a:rPr lang="en-US" b="1" dirty="0"/>
              <a:t>users</a:t>
            </a:r>
            <a:r>
              <a:rPr lang="en-US" dirty="0"/>
              <a:t>. You can use </a:t>
            </a:r>
            <a:r>
              <a:rPr lang="en-US" b="1" dirty="0" err="1"/>
              <a:t>phpmyadmin</a:t>
            </a:r>
            <a:r>
              <a:rPr lang="en-US" dirty="0"/>
              <a:t> visual elements or the following commands for our example project.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CF218-B97B-2E9D-EEB6-2351CFFFF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93" y="2958242"/>
            <a:ext cx="4882007" cy="354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97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C2FA-7507-5287-928F-2DBB5FF9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RESTful API Design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F40FE-C305-FE90-7AB5-2E15F45E5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Check the Sample code uploaded to Canvas</a:t>
            </a:r>
            <a:r>
              <a:rPr lang="en-US" dirty="0"/>
              <a:t>)</a:t>
            </a:r>
            <a:endParaRPr lang="en-US" dirty="0">
              <a:solidFill>
                <a:srgbClr val="FF0066"/>
              </a:solidFill>
            </a:endParaRPr>
          </a:p>
          <a:p>
            <a:r>
              <a:rPr lang="en-US" dirty="0">
                <a:solidFill>
                  <a:srgbClr val="FF0066"/>
                </a:solidFill>
              </a:rPr>
              <a:t>STEP 3</a:t>
            </a:r>
            <a:r>
              <a:rPr lang="en-US" dirty="0"/>
              <a:t>: In the </a:t>
            </a:r>
            <a:r>
              <a:rPr lang="en-US" b="1" dirty="0" err="1"/>
              <a:t>database.php</a:t>
            </a:r>
            <a:r>
              <a:rPr lang="en-US" dirty="0"/>
              <a:t> file, define the database connection</a:t>
            </a:r>
          </a:p>
          <a:p>
            <a:r>
              <a:rPr lang="en-US" dirty="0">
                <a:solidFill>
                  <a:srgbClr val="FF0066"/>
                </a:solidFill>
              </a:rPr>
              <a:t>STEP 4</a:t>
            </a:r>
            <a:r>
              <a:rPr lang="en-US" dirty="0"/>
              <a:t>: Define the </a:t>
            </a:r>
            <a:r>
              <a:rPr lang="en-US" b="1" dirty="0"/>
              <a:t>user</a:t>
            </a:r>
            <a:r>
              <a:rPr lang="en-US" dirty="0"/>
              <a:t> object (resource): In </a:t>
            </a:r>
            <a:r>
              <a:rPr lang="en-US" b="1" dirty="0" err="1"/>
              <a:t>user.php</a:t>
            </a:r>
            <a:r>
              <a:rPr lang="en-US" b="1" dirty="0"/>
              <a:t> </a:t>
            </a:r>
            <a:r>
              <a:rPr lang="en-US" dirty="0"/>
              <a:t>file, define the User class and CRUD methods.</a:t>
            </a:r>
          </a:p>
          <a:p>
            <a:r>
              <a:rPr lang="en-US" dirty="0">
                <a:solidFill>
                  <a:srgbClr val="FF0066"/>
                </a:solidFill>
              </a:rPr>
              <a:t>STEP 5</a:t>
            </a:r>
            <a:r>
              <a:rPr lang="en-US" dirty="0"/>
              <a:t>: Create the API Endpoints: </a:t>
            </a:r>
          </a:p>
          <a:p>
            <a:pPr lvl="1"/>
            <a:r>
              <a:rPr lang="en-US" dirty="0">
                <a:solidFill>
                  <a:srgbClr val="008600"/>
                </a:solidFill>
              </a:rPr>
              <a:t>Create a New User </a:t>
            </a:r>
            <a:r>
              <a:rPr lang="en-US" dirty="0"/>
              <a:t>– In </a:t>
            </a:r>
            <a:r>
              <a:rPr lang="en-US" b="1" dirty="0" err="1"/>
              <a:t>create.php</a:t>
            </a:r>
            <a:r>
              <a:rPr lang="en-US" dirty="0"/>
              <a:t>, add code to handle the POST request.</a:t>
            </a:r>
          </a:p>
          <a:p>
            <a:pPr lvl="1"/>
            <a:r>
              <a:rPr lang="en-US" dirty="0">
                <a:solidFill>
                  <a:srgbClr val="008600"/>
                </a:solidFill>
              </a:rPr>
              <a:t>Read All Users </a:t>
            </a:r>
            <a:r>
              <a:rPr lang="en-US" dirty="0"/>
              <a:t>– In </a:t>
            </a:r>
            <a:r>
              <a:rPr lang="en-US" b="1" dirty="0" err="1"/>
              <a:t>read.php</a:t>
            </a:r>
            <a:r>
              <a:rPr lang="en-US" dirty="0"/>
              <a:t>, return all users in </a:t>
            </a:r>
            <a:r>
              <a:rPr lang="en-US" b="1" dirty="0"/>
              <a:t>JSON</a:t>
            </a:r>
            <a:r>
              <a:rPr lang="en-US" dirty="0"/>
              <a:t> format.</a:t>
            </a:r>
          </a:p>
          <a:p>
            <a:pPr lvl="1"/>
            <a:r>
              <a:rPr lang="en-US" dirty="0">
                <a:solidFill>
                  <a:srgbClr val="008600"/>
                </a:solidFill>
              </a:rPr>
              <a:t>Update User </a:t>
            </a:r>
            <a:r>
              <a:rPr lang="en-US" dirty="0"/>
              <a:t>– In </a:t>
            </a:r>
            <a:r>
              <a:rPr lang="en-US" b="1" dirty="0" err="1"/>
              <a:t>update.php</a:t>
            </a:r>
            <a:r>
              <a:rPr lang="en-US" dirty="0"/>
              <a:t>, handle updating a user’s details based on the provided </a:t>
            </a:r>
            <a:r>
              <a:rPr lang="en-US" b="1" dirty="0"/>
              <a:t>id</a:t>
            </a:r>
          </a:p>
          <a:p>
            <a:pPr lvl="1"/>
            <a:r>
              <a:rPr lang="en-US" dirty="0">
                <a:solidFill>
                  <a:srgbClr val="008600"/>
                </a:solidFill>
              </a:rPr>
              <a:t>Delete User </a:t>
            </a:r>
            <a:r>
              <a:rPr lang="en-US" dirty="0"/>
              <a:t>– In </a:t>
            </a:r>
            <a:r>
              <a:rPr lang="en-US" b="1" dirty="0" err="1"/>
              <a:t>delete.php</a:t>
            </a:r>
            <a:r>
              <a:rPr lang="en-US" dirty="0"/>
              <a:t>, delete a user from the </a:t>
            </a:r>
            <a:r>
              <a:rPr lang="en-US" b="1" dirty="0"/>
              <a:t>users</a:t>
            </a:r>
            <a:r>
              <a:rPr lang="en-US" dirty="0"/>
              <a:t> table based on their </a:t>
            </a:r>
            <a:r>
              <a:rPr lang="en-US" b="1" dirty="0"/>
              <a:t>id</a:t>
            </a:r>
          </a:p>
          <a:p>
            <a:r>
              <a:rPr lang="en-US" dirty="0">
                <a:solidFill>
                  <a:srgbClr val="FF0066"/>
                </a:solidFill>
              </a:rPr>
              <a:t>STEP 6</a:t>
            </a:r>
            <a:r>
              <a:rPr lang="en-US" dirty="0"/>
              <a:t>: Implement the </a:t>
            </a:r>
            <a:r>
              <a:rPr lang="en-US" b="1" dirty="0">
                <a:solidFill>
                  <a:srgbClr val="FF0000"/>
                </a:solidFill>
              </a:rPr>
              <a:t>Frontend</a:t>
            </a:r>
            <a:r>
              <a:rPr lang="en-US" dirty="0"/>
              <a:t>: In </a:t>
            </a:r>
            <a:r>
              <a:rPr lang="en-US" b="1" dirty="0"/>
              <a:t>index.html</a:t>
            </a:r>
            <a:r>
              <a:rPr lang="en-US" dirty="0"/>
              <a:t>, set up a frontend to communicate with the API endpoints created in STEP 5.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899943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9539-CF3A-E603-E02D-FD324AB9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RESTful API Design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6F7DC-70F4-052B-E39B-F9E4E2912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Access the App via the following URL (if the Web App is hosted on the local machine):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>
                <a:hlinkClick r:id="rId2"/>
              </a:rPr>
              <a:t>http://localhost/my-restful-api/index.html</a:t>
            </a:r>
            <a:r>
              <a:rPr lang="en-IN" dirty="0"/>
              <a:t> </a:t>
            </a:r>
          </a:p>
          <a:p>
            <a:pPr marL="0" indent="0" algn="ctr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Note</a:t>
            </a:r>
            <a:r>
              <a:rPr lang="en-IN" dirty="0"/>
              <a:t>: The Apache server and the phpMyAdmin should be running on the </a:t>
            </a:r>
            <a:r>
              <a:rPr lang="en-IN" dirty="0" err="1"/>
              <a:t>XAMPP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851801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Questions???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IN" dirty="0"/>
              <a:t>Dr Govindha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F9229A-DD42-46FB-AC7D-2F23A646FBDE}" vid="{29738491-4758-454F-8D61-01C0E3071440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Govindha-Ashesi-3-4-Five</Template>
  <TotalTime>3076</TotalTime>
  <Words>2193</Words>
  <Application>Microsoft Office PowerPoint</Application>
  <PresentationFormat>On-screen Show (4:3)</PresentationFormat>
  <Paragraphs>241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Arial</vt:lpstr>
      <vt:lpstr>Calibri</vt:lpstr>
      <vt:lpstr>Calibri Light</vt:lpstr>
      <vt:lpstr>Wingdings</vt:lpstr>
      <vt:lpstr>1_Office Theme</vt:lpstr>
      <vt:lpstr>2_Office Theme</vt:lpstr>
      <vt:lpstr>Frontend-Backend Communication with PHP </vt:lpstr>
      <vt:lpstr>Outline</vt:lpstr>
      <vt:lpstr>Input in PHP</vt:lpstr>
      <vt:lpstr>Using Superglobals for Input Handling</vt:lpstr>
      <vt:lpstr>Superglobal Variables</vt:lpstr>
      <vt:lpstr>Superglobal Variables</vt:lpstr>
      <vt:lpstr>Superglobal Variables</vt:lpstr>
      <vt:lpstr>Superglobal Variables</vt:lpstr>
      <vt:lpstr>Superglobal Variables</vt:lpstr>
      <vt:lpstr>Superglobal Variables</vt:lpstr>
      <vt:lpstr>Superglobal Variables</vt:lpstr>
      <vt:lpstr>Superglobal Variables</vt:lpstr>
      <vt:lpstr>Superglobal Variables</vt:lpstr>
      <vt:lpstr>Form Input</vt:lpstr>
      <vt:lpstr>Form Input: Sanitizing Input</vt:lpstr>
      <vt:lpstr>Practice Exercise 1: Simple Form-based Client-Server Communication</vt:lpstr>
      <vt:lpstr>Practice Exercise2: Simple Form-based Client-Server Communication</vt:lpstr>
      <vt:lpstr>Form Input: Performing CRUD operations in Database</vt:lpstr>
      <vt:lpstr>Form Input: Performing CRUD operations in Database</vt:lpstr>
      <vt:lpstr>Form Input: Performing CRUD operations in Database</vt:lpstr>
      <vt:lpstr>Form Input: Performing CRUD operations in Database</vt:lpstr>
      <vt:lpstr>Form Input: Performing CRUD operations in Database</vt:lpstr>
      <vt:lpstr>Form Input: Performing CRUD operations in Database</vt:lpstr>
      <vt:lpstr>Exercise: Performing Database CRUD Operations with Form Input</vt:lpstr>
      <vt:lpstr>Form Input: File Uploads</vt:lpstr>
      <vt:lpstr>RESTful API Design</vt:lpstr>
      <vt:lpstr>RESTful API Design</vt:lpstr>
      <vt:lpstr>RESTful API Design</vt:lpstr>
      <vt:lpstr>RESTful API Design</vt:lpstr>
      <vt:lpstr>RESTful API Design</vt:lpstr>
      <vt:lpstr>RESTful API Design</vt:lpstr>
      <vt:lpstr>RESTful API Design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Govindha R Yeluripati</dc:creator>
  <cp:lastModifiedBy>Govindha  Ramaiah Yeluripati</cp:lastModifiedBy>
  <cp:revision>219</cp:revision>
  <dcterms:created xsi:type="dcterms:W3CDTF">2024-09-11T05:06:52Z</dcterms:created>
  <dcterms:modified xsi:type="dcterms:W3CDTF">2024-11-14T21:24:18Z</dcterms:modified>
</cp:coreProperties>
</file>